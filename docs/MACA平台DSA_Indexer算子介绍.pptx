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 id="2147483748" r:id="rId2"/>
  </p:sldMasterIdLst>
  <p:notesMasterIdLst>
    <p:notesMasterId r:id="rId13"/>
  </p:notesMasterIdLst>
  <p:handoutMasterIdLst>
    <p:handoutMasterId r:id="rId14"/>
  </p:handoutMasterIdLst>
  <p:sldIdLst>
    <p:sldId id="308" r:id="rId3"/>
    <p:sldId id="2147481772" r:id="rId4"/>
    <p:sldId id="2147481788" r:id="rId5"/>
    <p:sldId id="2147481782" r:id="rId6"/>
    <p:sldId id="2147481784" r:id="rId7"/>
    <p:sldId id="2147481795" r:id="rId8"/>
    <p:sldId id="2147481785" r:id="rId9"/>
    <p:sldId id="2147481791" r:id="rId10"/>
    <p:sldId id="261" r:id="rId11"/>
    <p:sldId id="268" r:id="rId1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建" initials="杨" lastIdx="5" clrIdx="4"/>
  <p:cmAuthor id="2" name="瑜" initials="瑜" lastIdx="1" clrIdx="0"/>
  <p:cmAuthor id="3" name="吕剑飞" initials="吕" lastIdx="1" clrIdx="1"/>
  <p:cmAuthor id="4" name="周琼" initials="周" lastIdx="1" clrIdx="2"/>
  <p:cmAuthor id="5" name="wilchen" initials="w" lastIdx="1" clrIdx="3"/>
  <p:cmAuthor id="6" name="Chenjian Xu (cjxu)" initials="CX(" lastIdx="1" clrIdx="5">
    <p:extLst>
      <p:ext uri="{19B8F6BF-5375-455C-9EA6-DF929625EA0E}">
        <p15:presenceInfo xmlns:p15="http://schemas.microsoft.com/office/powerpoint/2012/main" userId="S-1-5-21-4042010872-2585170240-2862816233-351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BB00"/>
    <a:srgbClr val="EFE9F0"/>
    <a:srgbClr val="660874"/>
    <a:srgbClr val="EAE7EC"/>
    <a:srgbClr val="EEEAEF"/>
    <a:srgbClr val="E5E6E9"/>
    <a:srgbClr val="1E8E94"/>
    <a:srgbClr val="FFFFFF"/>
    <a:srgbClr val="0F4193"/>
    <a:srgbClr val="C2AE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B9631B5-78F2-41C9-869B-9F39066F8104}" styleName="中度样式 3 - 强调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327F97BB-C833-4FB7-BDE5-3F7075034690}" styleName="主题样式 2 - 强调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506" autoAdjust="0"/>
    <p:restoredTop sz="96293" autoAdjust="0"/>
  </p:normalViewPr>
  <p:slideViewPr>
    <p:cSldViewPr snapToGrid="0" snapToObjects="1">
      <p:cViewPr>
        <p:scale>
          <a:sx n="75" d="100"/>
          <a:sy n="75" d="100"/>
        </p:scale>
        <p:origin x="1090" y="552"/>
      </p:cViewPr>
      <p:guideLst/>
    </p:cSldViewPr>
  </p:slideViewPr>
  <p:notesTextViewPr>
    <p:cViewPr>
      <p:scale>
        <a:sx n="3" d="2"/>
        <a:sy n="3" d="2"/>
      </p:scale>
      <p:origin x="0" y="0"/>
    </p:cViewPr>
  </p:notesTextViewPr>
  <p:sorterViewPr>
    <p:cViewPr>
      <p:scale>
        <a:sx n="80" d="100"/>
        <a:sy n="80" d="100"/>
      </p:scale>
      <p:origin x="0" y="-3136"/>
    </p:cViewPr>
  </p:sorterViewPr>
  <p:notesViewPr>
    <p:cSldViewPr snapToGrid="0" snapToObjects="1">
      <p:cViewPr varScale="1">
        <p:scale>
          <a:sx n="50" d="100"/>
          <a:sy n="50" d="100"/>
        </p:scale>
        <p:origin x="2708" y="2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76"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677"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ECDCC9-C6BD-412B-A150-D40753E2ED81}" type="datetimeFigureOut">
              <a:rPr lang="zh-CN" altLang="en-US" smtClean="0"/>
              <a:t>2026/8/5</a:t>
            </a:fld>
            <a:endParaRPr lang="zh-CN" altLang="en-US"/>
          </a:p>
        </p:txBody>
      </p:sp>
      <p:sp>
        <p:nvSpPr>
          <p:cNvPr id="1048678"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679"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2EAA4AF-C1F8-4239-839C-B9C1A1CC4CEC}"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670"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1048671"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077CB5-2ED5-F24C-9602-C9926851058F}" type="datetimeFigureOut">
              <a:rPr kumimoji="1" lang="zh-CN" altLang="en-US" smtClean="0"/>
              <a:t>2026/8/5</a:t>
            </a:fld>
            <a:endParaRPr kumimoji="1" lang="zh-CN" altLang="en-US"/>
          </a:p>
        </p:txBody>
      </p:sp>
      <p:sp>
        <p:nvSpPr>
          <p:cNvPr id="1048672"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673"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1048674"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1048675"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3DF190-6DE9-0348-B568-63124A1621A3}"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slideMaster" Target="../slideMasters/slideMaster1.xml"/><Relationship Id="rId1" Type="http://schemas.openxmlformats.org/officeDocument/2006/relationships/tags" Target="../tags/tag1.xml"/><Relationship Id="rId5" Type="http://schemas.openxmlformats.org/officeDocument/2006/relationships/image" Target="../media/image9.png"/><Relationship Id="rId4"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097153" name="图片 4" descr="图片包含 游戏机  描述已自动生成"/>
          <p:cNvPicPr>
            <a:picLocks noChangeAspect="1"/>
          </p:cNvPicPr>
          <p:nvPr userDrawn="1"/>
        </p:nvPicPr>
        <p:blipFill>
          <a:blip r:embed="rId2"/>
          <a:stretch>
            <a:fillRect/>
          </a:stretch>
        </p:blipFill>
        <p:spPr>
          <a:xfrm>
            <a:off x="0" y="0"/>
            <a:ext cx="12192000" cy="6858000"/>
          </a:xfrm>
          <a:prstGeom prst="rect">
            <a:avLst/>
          </a:prstGeom>
        </p:spPr>
      </p:pic>
      <p:sp>
        <p:nvSpPr>
          <p:cNvPr id="1048588" name="标题 1"/>
          <p:cNvSpPr>
            <a:spLocks noGrp="1"/>
          </p:cNvSpPr>
          <p:nvPr>
            <p:ph type="ctrTitle"/>
          </p:nvPr>
        </p:nvSpPr>
        <p:spPr>
          <a:xfrm>
            <a:off x="743985" y="2437178"/>
            <a:ext cx="9144000" cy="1369968"/>
          </a:xfrm>
        </p:spPr>
        <p:txBody>
          <a:bodyPr anchor="b">
            <a:normAutofit/>
          </a:bodyPr>
          <a:lstStyle>
            <a:lvl1pPr algn="l">
              <a:lnSpc>
                <a:spcPct val="100000"/>
              </a:lnSpc>
              <a:defRPr sz="4400" b="1" i="0" baseline="0">
                <a:solidFill>
                  <a:schemeClr val="bg1"/>
                </a:solidFill>
                <a:latin typeface="Arial" panose="020B0604020202020204" pitchFamily="34" charset="0"/>
                <a:ea typeface="黑体" panose="02010609060101010101" pitchFamily="49" charset="-122"/>
                <a:cs typeface="思源黑体 CN Bold" panose="020B0800000000000000" charset="-122"/>
              </a:defRPr>
            </a:lvl1pPr>
          </a:lstStyle>
          <a:p>
            <a:endParaRPr kumimoji="1" lang="zh-CN" altLang="en-US" dirty="0"/>
          </a:p>
        </p:txBody>
      </p:sp>
      <p:sp>
        <p:nvSpPr>
          <p:cNvPr id="1048589" name="副标题 2"/>
          <p:cNvSpPr>
            <a:spLocks noGrp="1"/>
          </p:cNvSpPr>
          <p:nvPr>
            <p:ph type="subTitle" idx="1" hasCustomPrompt="1"/>
          </p:nvPr>
        </p:nvSpPr>
        <p:spPr>
          <a:xfrm>
            <a:off x="743985" y="4174810"/>
            <a:ext cx="9144000" cy="1369968"/>
          </a:xfrm>
        </p:spPr>
        <p:txBody>
          <a:bodyPr>
            <a:normAutofit/>
          </a:bodyPr>
          <a:lstStyle>
            <a:lvl1pPr marL="0" indent="0" algn="l">
              <a:buNone/>
              <a:defRPr sz="1400" b="0" i="0" baseline="0">
                <a:solidFill>
                  <a:schemeClr val="bg1"/>
                </a:solidFill>
                <a:latin typeface="Arial" panose="020B0604020202020204" pitchFamily="34" charset="0"/>
                <a:ea typeface="黑体" panose="02010609060101010101" pitchFamily="49" charset="-122"/>
                <a:cs typeface="思源黑体 CN Regular" panose="020B0500000000000000"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sz="1600" dirty="0"/>
              <a:t>Marketing</a:t>
            </a:r>
          </a:p>
          <a:p>
            <a:r>
              <a:rPr lang="zh-CN" altLang="en-US" sz="1600" dirty="0"/>
              <a:t>文件密级：一级</a:t>
            </a:r>
            <a:r>
              <a:rPr lang="en-US" altLang="zh-CN" sz="1600" dirty="0"/>
              <a:t>/</a:t>
            </a:r>
            <a:r>
              <a:rPr lang="zh-CN" altLang="en-US" sz="1600" dirty="0"/>
              <a:t>二级</a:t>
            </a:r>
            <a:r>
              <a:rPr lang="en-US" altLang="zh-CN" sz="1600" dirty="0"/>
              <a:t>/</a:t>
            </a:r>
            <a:r>
              <a:rPr lang="zh-CN" altLang="en-US" sz="1600" dirty="0"/>
              <a:t>三级</a:t>
            </a:r>
            <a:r>
              <a:rPr lang="en-US" altLang="zh-CN" sz="1600" dirty="0"/>
              <a:t>/</a:t>
            </a:r>
            <a:r>
              <a:rPr lang="zh-CN" altLang="en-US" sz="1600" dirty="0"/>
              <a:t>内部公开</a:t>
            </a:r>
            <a:r>
              <a:rPr lang="en-US" altLang="zh-CN" sz="1600" dirty="0"/>
              <a:t>/</a:t>
            </a:r>
            <a:r>
              <a:rPr lang="zh-CN" altLang="en-US" sz="1600" dirty="0"/>
              <a:t>公开</a:t>
            </a:r>
          </a:p>
          <a:p>
            <a:r>
              <a:rPr lang="en-US" altLang="zh-CN" sz="1600" dirty="0"/>
              <a:t>XX-XXXXX-XXX-F1/F2/F3/F4/F5</a:t>
            </a:r>
            <a:r>
              <a:rPr lang="zh-CN" altLang="en-US" sz="1600" dirty="0"/>
              <a:t>（文件编号，每个文件都编号唯一，</a:t>
            </a:r>
            <a:r>
              <a:rPr lang="en-US" altLang="zh-CN" sz="1600" dirty="0"/>
              <a:t>OA</a:t>
            </a:r>
            <a:r>
              <a:rPr lang="zh-CN" altLang="en-US" sz="1600" dirty="0"/>
              <a:t>流程申请）</a:t>
            </a:r>
          </a:p>
          <a:p>
            <a:fld id="{DA4A6B38-0F78-4D6D-964B-CE4213D7B076}" type="datetime1">
              <a:rPr lang="zh-CN" altLang="en-US" sz="1600" smtClean="0"/>
              <a:t>​</a:t>
            </a:fld>
            <a:endParaRPr lang="en-US" altLang="zh-CN" sz="1600" dirty="0"/>
          </a:p>
        </p:txBody>
      </p:sp>
      <p:sp>
        <p:nvSpPr>
          <p:cNvPr id="1048590" name="矩形 10"/>
          <p:cNvSpPr/>
          <p:nvPr userDrawn="1"/>
        </p:nvSpPr>
        <p:spPr>
          <a:xfrm>
            <a:off x="853207" y="3849897"/>
            <a:ext cx="2080493" cy="10455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2097154" name="图片 11"/>
          <p:cNvPicPr>
            <a:picLocks noChangeAspect="1"/>
          </p:cNvPicPr>
          <p:nvPr userDrawn="1"/>
        </p:nvPicPr>
        <p:blipFill>
          <a:blip r:embed="rId3"/>
          <a:srcRect/>
          <a:stretch>
            <a:fillRect/>
          </a:stretch>
        </p:blipFill>
        <p:spPr>
          <a:xfrm>
            <a:off x="865907" y="416914"/>
            <a:ext cx="1492015" cy="361162"/>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2097180" name="图片 6"/>
          <p:cNvPicPr>
            <a:picLocks noChangeAspect="1"/>
          </p:cNvPicPr>
          <p:nvPr userDrawn="1"/>
        </p:nvPicPr>
        <p:blipFill>
          <a:blip r:embed="rId2" cstate="screen"/>
          <a:stretch>
            <a:fillRect/>
          </a:stretch>
        </p:blipFill>
        <p:spPr>
          <a:xfrm>
            <a:off x="-1235002" y="-1412301"/>
            <a:ext cx="12969802" cy="9727351"/>
          </a:xfrm>
          <a:prstGeom prst="rect">
            <a:avLst/>
          </a:prstGeom>
        </p:spPr>
      </p:pic>
      <p:sp>
        <p:nvSpPr>
          <p:cNvPr id="1048650" name="标题 1"/>
          <p:cNvSpPr>
            <a:spLocks noGrp="1"/>
          </p:cNvSpPr>
          <p:nvPr>
            <p:ph type="title"/>
          </p:nvPr>
        </p:nvSpPr>
        <p:spPr>
          <a:xfrm>
            <a:off x="5649153" y="3033425"/>
            <a:ext cx="5711080" cy="677368"/>
          </a:xfrm>
        </p:spPr>
        <p:txBody>
          <a:bodyPr anchor="b">
            <a:noAutofit/>
          </a:bodyPr>
          <a:lstStyle>
            <a:lvl1pPr>
              <a:defRPr sz="3600" b="1" baseline="0">
                <a:latin typeface="Arial" panose="020B0604020202020204" pitchFamily="34" charset="0"/>
                <a:ea typeface="黑体" panose="02010609060101010101" pitchFamily="49" charset="-122"/>
              </a:defRPr>
            </a:lvl1pPr>
          </a:lstStyle>
          <a:p>
            <a:endParaRPr kumimoji="1" lang="zh-CN" altLang="en-US" dirty="0"/>
          </a:p>
        </p:txBody>
      </p:sp>
      <p:cxnSp>
        <p:nvCxnSpPr>
          <p:cNvPr id="3145737" name="直接连接符 28"/>
          <p:cNvCxnSpPr>
            <a:cxnSpLocks/>
          </p:cNvCxnSpPr>
          <p:nvPr userDrawn="1"/>
        </p:nvCxnSpPr>
        <p:spPr>
          <a:xfrm flipH="1">
            <a:off x="5601528" y="3824575"/>
            <a:ext cx="5711080" cy="0"/>
          </a:xfrm>
          <a:prstGeom prst="line">
            <a:avLst/>
          </a:prstGeom>
          <a:gradFill flip="none" rotWithShape="1">
            <a:gsLst>
              <a:gs pos="1000">
                <a:srgbClr val="06DEB7">
                  <a:alpha val="0"/>
                </a:srgbClr>
              </a:gs>
              <a:gs pos="100000">
                <a:srgbClr val="06DEB7">
                  <a:alpha val="40000"/>
                </a:srgbClr>
              </a:gs>
            </a:gsLst>
            <a:path path="circle">
              <a:fillToRect l="50000" t="50000" r="50000" b="50000"/>
            </a:path>
          </a:gradFill>
          <a:ln w="63500">
            <a:solidFill>
              <a:srgbClr val="660773"/>
            </a:solidFill>
          </a:ln>
        </p:spPr>
        <p:style>
          <a:lnRef idx="2">
            <a:schemeClr val="accent1">
              <a:shade val="50000"/>
            </a:schemeClr>
          </a:lnRef>
          <a:fillRef idx="1">
            <a:schemeClr val="accent1"/>
          </a:fillRef>
          <a:effectRef idx="0">
            <a:schemeClr val="accent1"/>
          </a:effectRef>
          <a:fontRef idx="minor">
            <a:schemeClr val="lt1"/>
          </a:fontRef>
        </p:style>
      </p:cxnSp>
      <p:pic>
        <p:nvPicPr>
          <p:cNvPr id="2097181" name="图片 9"/>
          <p:cNvPicPr>
            <a:picLocks noChangeAspect="1"/>
          </p:cNvPicPr>
          <p:nvPr userDrawn="1"/>
        </p:nvPicPr>
        <p:blipFill>
          <a:blip r:embed="rId3"/>
          <a:srcRect/>
          <a:stretch>
            <a:fillRect/>
          </a:stretch>
        </p:blipFill>
        <p:spPr>
          <a:xfrm>
            <a:off x="10235814" y="492349"/>
            <a:ext cx="1498983" cy="3636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1048638" name="标题 1"/>
          <p:cNvSpPr>
            <a:spLocks noGrp="1"/>
          </p:cNvSpPr>
          <p:nvPr>
            <p:ph type="title"/>
          </p:nvPr>
        </p:nvSpPr>
        <p:spPr>
          <a:xfrm>
            <a:off x="334257" y="97129"/>
            <a:ext cx="10054800" cy="651600"/>
          </a:xfrm>
        </p:spPr>
        <p:txBody>
          <a:bodyPr>
            <a:normAutofit/>
          </a:bodyPr>
          <a:lstStyle>
            <a:lvl1pPr algn="l" defTabSz="914400" rtl="0" eaLnBrk="1" latinLnBrk="0" hangingPunct="1">
              <a:lnSpc>
                <a:spcPct val="90000"/>
              </a:lnSpc>
              <a:spcBef>
                <a:spcPct val="0"/>
              </a:spcBef>
              <a:buNone/>
              <a:defRPr kumimoji="1" lang="zh-CN" altLang="en-US" sz="3200" b="1" i="0" kern="1200" baseline="0" dirty="0">
                <a:solidFill>
                  <a:schemeClr val="tx1"/>
                </a:solidFill>
                <a:latin typeface="Arial" panose="020B0604020202020204" pitchFamily="34" charset="0"/>
                <a:ea typeface="黑体" panose="02010609060101010101" pitchFamily="49" charset="-122"/>
                <a:cs typeface="+mj-cs"/>
              </a:defRPr>
            </a:lvl1pPr>
          </a:lstStyle>
          <a:p>
            <a:endParaRPr lang="zh-CN" altLang="en-US" dirty="0"/>
          </a:p>
        </p:txBody>
      </p:sp>
      <p:cxnSp>
        <p:nvCxnSpPr>
          <p:cNvPr id="3145733" name="直接连接符 8"/>
          <p:cNvCxnSpPr>
            <a:cxnSpLocks/>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048639" name="矩形 11"/>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2097176" name="图片 4"/>
          <p:cNvPicPr>
            <a:picLocks noChangeAspect="1"/>
          </p:cNvPicPr>
          <p:nvPr userDrawn="1"/>
        </p:nvPicPr>
        <p:blipFill>
          <a:blip r:embed="rId2"/>
          <a:srcRect/>
          <a:stretch>
            <a:fillRect/>
          </a:stretch>
        </p:blipFill>
        <p:spPr>
          <a:xfrm>
            <a:off x="10502900" y="466185"/>
            <a:ext cx="1114425" cy="270319"/>
          </a:xfrm>
          <a:prstGeom prst="rect">
            <a:avLst/>
          </a:prstGeom>
        </p:spPr>
      </p:pic>
      <p:sp>
        <p:nvSpPr>
          <p:cNvPr id="1048640" name="内容占位符 2"/>
          <p:cNvSpPr>
            <a:spLocks noGrp="1"/>
          </p:cNvSpPr>
          <p:nvPr>
            <p:ph sz="half" idx="1"/>
          </p:nvPr>
        </p:nvSpPr>
        <p:spPr>
          <a:xfrm>
            <a:off x="838199" y="1074490"/>
            <a:ext cx="10417629" cy="5102473"/>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1048651" name="标题 1"/>
          <p:cNvSpPr>
            <a:spLocks noGrp="1"/>
          </p:cNvSpPr>
          <p:nvPr>
            <p:ph type="title"/>
          </p:nvPr>
        </p:nvSpPr>
        <p:spPr>
          <a:xfrm>
            <a:off x="334257" y="97129"/>
            <a:ext cx="10054800" cy="651600"/>
          </a:xfrm>
        </p:spPr>
        <p:txBody>
          <a:bodyPr>
            <a:normAutofit/>
          </a:bodyPr>
          <a:lstStyle>
            <a:lvl1pPr algn="l" defTabSz="914400" rtl="0" eaLnBrk="1" latinLnBrk="0" hangingPunct="1">
              <a:lnSpc>
                <a:spcPct val="90000"/>
              </a:lnSpc>
              <a:spcBef>
                <a:spcPct val="0"/>
              </a:spcBef>
              <a:buNone/>
              <a:defRPr kumimoji="1" lang="zh-CN" altLang="en-US" sz="3200" b="1" i="0" kern="1200" baseline="0" dirty="0">
                <a:solidFill>
                  <a:schemeClr val="tx1"/>
                </a:solidFill>
                <a:latin typeface="Arial" panose="020B0604020202020204" pitchFamily="34" charset="0"/>
                <a:ea typeface="黑体" panose="02010609060101010101" pitchFamily="49" charset="-122"/>
                <a:cs typeface="+mj-cs"/>
              </a:defRPr>
            </a:lvl1pPr>
          </a:lstStyle>
          <a:p>
            <a:endParaRPr lang="zh-CN" altLang="en-US" dirty="0"/>
          </a:p>
        </p:txBody>
      </p:sp>
      <p:cxnSp>
        <p:nvCxnSpPr>
          <p:cNvPr id="3145738" name="直接连接符 8"/>
          <p:cNvCxnSpPr>
            <a:cxnSpLocks/>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048652" name="矩形 10"/>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2097182" name="图片 3"/>
          <p:cNvPicPr>
            <a:picLocks noChangeAspect="1"/>
          </p:cNvPicPr>
          <p:nvPr userDrawn="1"/>
        </p:nvPicPr>
        <p:blipFill>
          <a:blip r:embed="rId2"/>
          <a:srcRect/>
          <a:stretch>
            <a:fillRect/>
          </a:stretch>
        </p:blipFill>
        <p:spPr>
          <a:xfrm>
            <a:off x="10502900" y="466185"/>
            <a:ext cx="1114425" cy="270319"/>
          </a:xfrm>
          <a:prstGeom prst="rect">
            <a:avLst/>
          </a:prstGeom>
        </p:spPr>
      </p:pic>
      <p:sp>
        <p:nvSpPr>
          <p:cNvPr id="1048653" name="内容占位符 2"/>
          <p:cNvSpPr>
            <a:spLocks noGrp="1"/>
          </p:cNvSpPr>
          <p:nvPr>
            <p:ph sz="half" idx="1"/>
          </p:nvPr>
        </p:nvSpPr>
        <p:spPr>
          <a:xfrm>
            <a:off x="297277" y="1099825"/>
            <a:ext cx="5662800" cy="5018400"/>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048654" name="内容占位符 2"/>
          <p:cNvSpPr>
            <a:spLocks noGrp="1"/>
          </p:cNvSpPr>
          <p:nvPr>
            <p:ph sz="half" idx="14"/>
          </p:nvPr>
        </p:nvSpPr>
        <p:spPr>
          <a:xfrm>
            <a:off x="6096000" y="1099825"/>
            <a:ext cx="5662800" cy="5018400"/>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al Subject">
    <p:spTree>
      <p:nvGrpSpPr>
        <p:cNvPr id="1" name=""/>
        <p:cNvGrpSpPr/>
        <p:nvPr/>
      </p:nvGrpSpPr>
      <p:grpSpPr>
        <a:xfrm>
          <a:off x="0" y="0"/>
          <a:ext cx="0" cy="0"/>
          <a:chOff x="0" y="0"/>
          <a:chExt cx="0" cy="0"/>
        </a:xfrm>
      </p:grpSpPr>
      <p:sp>
        <p:nvSpPr>
          <p:cNvPr id="1048641" name="标题 1"/>
          <p:cNvSpPr>
            <a:spLocks noGrp="1"/>
          </p:cNvSpPr>
          <p:nvPr>
            <p:ph type="title"/>
          </p:nvPr>
        </p:nvSpPr>
        <p:spPr>
          <a:xfrm>
            <a:off x="334800" y="97200"/>
            <a:ext cx="10054800" cy="651600"/>
          </a:xfrm>
        </p:spPr>
        <p:txBody>
          <a:bodyPr>
            <a:normAutofit/>
          </a:bodyPr>
          <a:lstStyle>
            <a:lvl1pPr>
              <a:defRPr kumimoji="1" lang="zh-CN" altLang="en-US" sz="3200" b="1" i="0" kern="1200" baseline="0" dirty="0">
                <a:solidFill>
                  <a:schemeClr val="tx1"/>
                </a:solidFill>
                <a:latin typeface="Arial" panose="020B0604020202020204" pitchFamily="34" charset="0"/>
                <a:ea typeface="黑体" panose="02010609060101010101" pitchFamily="49" charset="-122"/>
                <a:cs typeface="+mj-cs"/>
              </a:defRPr>
            </a:lvl1pPr>
          </a:lstStyle>
          <a:p>
            <a:endParaRPr lang="zh-CN" altLang="en-US" dirty="0"/>
          </a:p>
        </p:txBody>
      </p:sp>
      <p:cxnSp>
        <p:nvCxnSpPr>
          <p:cNvPr id="3145734" name="直接连接符 7"/>
          <p:cNvCxnSpPr>
            <a:cxnSpLocks/>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048642" name="矩形 8"/>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2097177" name="图片 4"/>
          <p:cNvPicPr>
            <a:picLocks noChangeAspect="1"/>
          </p:cNvPicPr>
          <p:nvPr userDrawn="1"/>
        </p:nvPicPr>
        <p:blipFill>
          <a:blip r:embed="rId2"/>
          <a:srcRect/>
          <a:stretch>
            <a:fillRect/>
          </a:stretch>
        </p:blipFill>
        <p:spPr>
          <a:xfrm>
            <a:off x="10502900" y="466185"/>
            <a:ext cx="1114425" cy="270319"/>
          </a:xfrm>
          <a:prstGeom prst="rect">
            <a:avLst/>
          </a:prstGeom>
        </p:spPr>
      </p:pic>
      <p:sp>
        <p:nvSpPr>
          <p:cNvPr id="1048643" name="内容占位符 2"/>
          <p:cNvSpPr>
            <a:spLocks noGrp="1"/>
          </p:cNvSpPr>
          <p:nvPr>
            <p:ph sz="half" idx="1"/>
          </p:nvPr>
        </p:nvSpPr>
        <p:spPr>
          <a:xfrm>
            <a:off x="838199" y="1074491"/>
            <a:ext cx="10417629" cy="2189820"/>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048644" name="内容占位符 2"/>
          <p:cNvSpPr>
            <a:spLocks noGrp="1"/>
          </p:cNvSpPr>
          <p:nvPr>
            <p:ph sz="half" idx="10"/>
          </p:nvPr>
        </p:nvSpPr>
        <p:spPr>
          <a:xfrm>
            <a:off x="838199" y="3593690"/>
            <a:ext cx="10417629" cy="2797278"/>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rio Subject">
    <p:spTree>
      <p:nvGrpSpPr>
        <p:cNvPr id="1" name=""/>
        <p:cNvGrpSpPr/>
        <p:nvPr/>
      </p:nvGrpSpPr>
      <p:grpSpPr>
        <a:xfrm>
          <a:off x="0" y="0"/>
          <a:ext cx="0" cy="0"/>
          <a:chOff x="0" y="0"/>
          <a:chExt cx="0" cy="0"/>
        </a:xfrm>
      </p:grpSpPr>
      <p:sp>
        <p:nvSpPr>
          <p:cNvPr id="1048632" name="标题 1"/>
          <p:cNvSpPr>
            <a:spLocks noGrp="1"/>
          </p:cNvSpPr>
          <p:nvPr>
            <p:ph type="title"/>
          </p:nvPr>
        </p:nvSpPr>
        <p:spPr>
          <a:xfrm>
            <a:off x="334800" y="97200"/>
            <a:ext cx="10054800" cy="651600"/>
          </a:xfrm>
        </p:spPr>
        <p:txBody>
          <a:bodyPr>
            <a:normAutofit/>
          </a:bodyPr>
          <a:lstStyle>
            <a:lvl1pPr>
              <a:defRPr kumimoji="1" lang="zh-CN" altLang="en-US" sz="3200" b="1" i="0" kern="1200" baseline="0" dirty="0">
                <a:solidFill>
                  <a:schemeClr val="tx1"/>
                </a:solidFill>
                <a:latin typeface="Arial" panose="020B0604020202020204" pitchFamily="34" charset="0"/>
                <a:ea typeface="黑体" panose="02010609060101010101" pitchFamily="49" charset="-122"/>
                <a:cs typeface="+mj-cs"/>
              </a:defRPr>
            </a:lvl1pPr>
          </a:lstStyle>
          <a:p>
            <a:endParaRPr lang="zh-CN" altLang="en-US" dirty="0"/>
          </a:p>
        </p:txBody>
      </p:sp>
      <p:cxnSp>
        <p:nvCxnSpPr>
          <p:cNvPr id="3145731" name="直接连接符 8"/>
          <p:cNvCxnSpPr>
            <a:cxnSpLocks/>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048633" name="矩形 11"/>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2097173" name="图片 4"/>
          <p:cNvPicPr>
            <a:picLocks noChangeAspect="1"/>
          </p:cNvPicPr>
          <p:nvPr userDrawn="1"/>
        </p:nvPicPr>
        <p:blipFill>
          <a:blip r:embed="rId2"/>
          <a:srcRect/>
          <a:stretch>
            <a:fillRect/>
          </a:stretch>
        </p:blipFill>
        <p:spPr>
          <a:xfrm>
            <a:off x="10502900" y="466185"/>
            <a:ext cx="1114425" cy="270319"/>
          </a:xfrm>
          <a:prstGeom prst="rect">
            <a:avLst/>
          </a:prstGeom>
        </p:spPr>
      </p:pic>
      <p:sp>
        <p:nvSpPr>
          <p:cNvPr id="1048634" name="内容占位符 2"/>
          <p:cNvSpPr>
            <a:spLocks noGrp="1"/>
          </p:cNvSpPr>
          <p:nvPr>
            <p:ph sz="half" idx="1"/>
          </p:nvPr>
        </p:nvSpPr>
        <p:spPr>
          <a:xfrm>
            <a:off x="297277" y="1099825"/>
            <a:ext cx="5662800" cy="5018400"/>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048635" name="内容占位符 2"/>
          <p:cNvSpPr>
            <a:spLocks noGrp="1"/>
          </p:cNvSpPr>
          <p:nvPr>
            <p:ph sz="half" idx="14"/>
          </p:nvPr>
        </p:nvSpPr>
        <p:spPr>
          <a:xfrm>
            <a:off x="6096000" y="1099825"/>
            <a:ext cx="5732462" cy="2587604"/>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048636" name="内容占位符 2"/>
          <p:cNvSpPr>
            <a:spLocks noGrp="1"/>
          </p:cNvSpPr>
          <p:nvPr>
            <p:ph sz="half" idx="15"/>
          </p:nvPr>
        </p:nvSpPr>
        <p:spPr>
          <a:xfrm>
            <a:off x="6096000" y="3951887"/>
            <a:ext cx="5732462" cy="2166338"/>
          </a:xfrm>
        </p:spPr>
        <p:txBody>
          <a:bodyPr/>
          <a:lstStyle>
            <a:lvl1pPr marL="228600" indent="-228600">
              <a:lnSpc>
                <a:spcPct val="150000"/>
              </a:lnSpc>
              <a:buSzPct val="120000"/>
              <a:buFontTx/>
              <a:buBlip>
                <a:blip r:embed="rId3"/>
              </a:buBlip>
              <a:defRPr sz="1800" b="1" i="0" baseline="0">
                <a:solidFill>
                  <a:srgbClr val="660874"/>
                </a:solidFill>
                <a:latin typeface="Arial" panose="020B0604020202020204" pitchFamily="34" charset="0"/>
                <a:ea typeface="黑体" panose="02010609060101010101" pitchFamily="49" charset="-122"/>
                <a:cs typeface="Source Han Sans CN" charset="-122"/>
              </a:defRPr>
            </a:lvl1pPr>
            <a:lvl2pPr marL="685800" indent="-228600">
              <a:lnSpc>
                <a:spcPct val="150000"/>
              </a:lnSpc>
              <a:buClr>
                <a:srgbClr val="660874"/>
              </a:buClr>
              <a:buSzPct val="100000"/>
              <a:buFont typeface="ZapfDingbatsITC" charset="0"/>
              <a:buChar char="➤"/>
              <a:defRPr sz="1600" b="0" i="0" baseline="0">
                <a:solidFill>
                  <a:schemeClr val="tx1">
                    <a:lumMod val="75000"/>
                    <a:lumOff val="25000"/>
                  </a:schemeClr>
                </a:solidFill>
                <a:latin typeface="Arial" panose="020B0604020202020204" pitchFamily="34" charset="0"/>
                <a:ea typeface="黑体" panose="02010609060101010101" pitchFamily="49" charset="-122"/>
                <a:cs typeface="Source Han Sans CN" charset="-122"/>
              </a:defRPr>
            </a:lvl2pPr>
            <a:lvl3pPr marL="1143000" indent="-228600">
              <a:lnSpc>
                <a:spcPct val="150000"/>
              </a:lnSpc>
              <a:buClr>
                <a:srgbClr val="660874"/>
              </a:buClr>
              <a:buSzPct val="100000"/>
              <a:buFont typeface="AppleSymbols" charset="0"/>
              <a:buChar char="▻"/>
              <a:defRPr sz="1400" b="0" i="0" baseline="0">
                <a:latin typeface="Arial" panose="020B0604020202020204" pitchFamily="34" charset="0"/>
                <a:ea typeface="黑体" panose="02010609060101010101" pitchFamily="49"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
    <p:spTree>
      <p:nvGrpSpPr>
        <p:cNvPr id="1" name=""/>
        <p:cNvGrpSpPr/>
        <p:nvPr/>
      </p:nvGrpSpPr>
      <p:grpSpPr>
        <a:xfrm>
          <a:off x="0" y="0"/>
          <a:ext cx="0" cy="0"/>
          <a:chOff x="0" y="0"/>
          <a:chExt cx="0" cy="0"/>
        </a:xfrm>
      </p:grpSpPr>
      <p:sp>
        <p:nvSpPr>
          <p:cNvPr id="1048645" name="标题 1"/>
          <p:cNvSpPr>
            <a:spLocks noGrp="1"/>
          </p:cNvSpPr>
          <p:nvPr>
            <p:ph type="title"/>
          </p:nvPr>
        </p:nvSpPr>
        <p:spPr>
          <a:xfrm>
            <a:off x="334800" y="97200"/>
            <a:ext cx="10054800" cy="651600"/>
          </a:xfrm>
        </p:spPr>
        <p:txBody>
          <a:bodyPr vert="horz" lIns="91440" tIns="45720" rIns="91440" bIns="45720" rtlCol="0" anchor="ctr">
            <a:normAutofit/>
          </a:bodyPr>
          <a:lstStyle>
            <a:lvl1pPr>
              <a:defRPr lang="zh-CN" altLang="en-US" sz="3200" b="1" baseline="0" dirty="0">
                <a:latin typeface="Arial" panose="020B0604020202020204" pitchFamily="34" charset="0"/>
                <a:ea typeface="黑体" panose="02010609060101010101" pitchFamily="49" charset="-122"/>
              </a:defRPr>
            </a:lvl1pPr>
          </a:lstStyle>
          <a:p>
            <a:pPr lvl="0"/>
            <a:endParaRPr lang="zh-CN" altLang="en-US" dirty="0"/>
          </a:p>
        </p:txBody>
      </p:sp>
      <p:cxnSp>
        <p:nvCxnSpPr>
          <p:cNvPr id="3145735" name="直接连接符 7"/>
          <p:cNvCxnSpPr>
            <a:cxnSpLocks/>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048646" name="矩形 10"/>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2097178" name="图片 4"/>
          <p:cNvPicPr>
            <a:picLocks noChangeAspect="1"/>
          </p:cNvPicPr>
          <p:nvPr userDrawn="1"/>
        </p:nvPicPr>
        <p:blipFill>
          <a:blip r:embed="rId2"/>
          <a:srcRect/>
          <a:stretch>
            <a:fillRect/>
          </a:stretch>
        </p:blipFill>
        <p:spPr>
          <a:xfrm>
            <a:off x="10502900" y="466185"/>
            <a:ext cx="1114425" cy="27031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2097186" name="图片 2"/>
          <p:cNvPicPr>
            <a:picLocks noChangeAspect="1"/>
          </p:cNvPicPr>
          <p:nvPr userDrawn="1"/>
        </p:nvPicPr>
        <p:blipFill>
          <a:blip r:embed="rId2"/>
          <a:srcRect/>
          <a:stretch>
            <a:fillRect/>
          </a:stretch>
        </p:blipFill>
        <p:spPr>
          <a:xfrm>
            <a:off x="10502900" y="466185"/>
            <a:ext cx="1114425" cy="270319"/>
          </a:xfrm>
          <a:prstGeom prst="rect">
            <a:avLst/>
          </a:prstGeom>
        </p:spPr>
      </p:pic>
      <p:pic>
        <p:nvPicPr>
          <p:cNvPr id="2097187" name="图片 5"/>
          <p:cNvPicPr>
            <a:picLocks noChangeAspect="1"/>
          </p:cNvPicPr>
          <p:nvPr userDrawn="1"/>
        </p:nvPicPr>
        <p:blipFill>
          <a:blip r:embed="rId3" cstate="screen"/>
          <a:stretch>
            <a:fillRect/>
          </a:stretch>
        </p:blipFill>
        <p:spPr>
          <a:xfrm>
            <a:off x="4450501" y="-645610"/>
            <a:ext cx="11947547" cy="8960660"/>
          </a:xfrm>
          <a:prstGeom prst="rect">
            <a:avLst/>
          </a:prstGeom>
        </p:spPr>
      </p:pic>
      <p:sp>
        <p:nvSpPr>
          <p:cNvPr id="1048667" name="内容占位符 2"/>
          <p:cNvSpPr>
            <a:spLocks noGrp="1"/>
          </p:cNvSpPr>
          <p:nvPr>
            <p:ph idx="1" hasCustomPrompt="1"/>
          </p:nvPr>
        </p:nvSpPr>
        <p:spPr>
          <a:xfrm>
            <a:off x="838200" y="1478782"/>
            <a:ext cx="4931979" cy="4351338"/>
          </a:xfrm>
        </p:spPr>
        <p:txBody>
          <a:bodyPr/>
          <a:lstStyle>
            <a:lvl1pPr marL="228600" indent="-228600">
              <a:lnSpc>
                <a:spcPct val="150000"/>
              </a:lnSpc>
              <a:buSzPct val="150000"/>
              <a:buFontTx/>
              <a:buBlip>
                <a:blip r:embed="rId4"/>
              </a:buBlip>
              <a:defRPr sz="2400" b="0" i="0" baseline="0">
                <a:latin typeface="Arial" panose="020B0604020202020204" pitchFamily="34" charset="0"/>
                <a:ea typeface="黑体" panose="02010609060101010101" pitchFamily="49" charset="-122"/>
                <a:cs typeface="思源黑体 CN Medium" panose="020B0600000000000000" charset="-122"/>
              </a:defRPr>
            </a:lvl1pPr>
            <a:lvl2pPr marL="685800" indent="-228600">
              <a:lnSpc>
                <a:spcPct val="150000"/>
              </a:lnSpc>
              <a:buClr>
                <a:srgbClr val="660874"/>
              </a:buClr>
              <a:buSzPct val="80000"/>
              <a:buFont typeface="ZapfDingbatsITC" charset="0"/>
              <a:buChar char="➤"/>
              <a:defRPr sz="1800" b="0" i="0">
                <a:latin typeface="思源黑体 CN Regular" panose="020B0500000000000000" charset="-122"/>
                <a:ea typeface="思源黑体 CN Regular" panose="020B0500000000000000" charset="-122"/>
                <a:cs typeface="思源黑体 CN Regular" panose="020B0500000000000000" charset="-122"/>
              </a:defRPr>
            </a:lvl2pPr>
            <a:lvl3pPr marL="1143000" indent="-228600">
              <a:lnSpc>
                <a:spcPct val="150000"/>
              </a:lnSpc>
              <a:buClr>
                <a:srgbClr val="660874"/>
              </a:buClr>
              <a:buFont typeface="AppleSymbols" charset="0"/>
              <a:buChar char="▻"/>
              <a:defRPr sz="1600" b="0" i="0">
                <a:latin typeface="思源黑体 CN Regular" panose="020B0500000000000000" charset="-122"/>
                <a:ea typeface="思源黑体 CN Regular" panose="020B0500000000000000" charset="-122"/>
                <a:cs typeface="思源黑体 CN Regular" panose="020B0500000000000000" charset="-122"/>
              </a:defRPr>
            </a:lvl3pPr>
            <a:lvl4pPr marL="1600200" indent="-228600">
              <a:lnSpc>
                <a:spcPct val="150000"/>
              </a:lnSpc>
              <a:buClr>
                <a:srgbClr val="660874"/>
              </a:buClr>
              <a:buFont typeface="Helvetica" charset="0"/>
              <a:buChar char="‣"/>
              <a:defRPr sz="1200" b="0" i="0">
                <a:latin typeface="思源黑体 CN Regular" panose="020B0500000000000000" charset="-122"/>
                <a:ea typeface="思源黑体 CN Regular" panose="020B0500000000000000" charset="-122"/>
                <a:cs typeface="思源黑体 CN Regular" panose="020B0500000000000000" charset="-122"/>
              </a:defRPr>
            </a:lvl4pPr>
            <a:lvl5pPr>
              <a:lnSpc>
                <a:spcPct val="150000"/>
              </a:lnSpc>
              <a:buClr>
                <a:srgbClr val="660874"/>
              </a:buClr>
              <a:defRPr sz="1000" b="0" i="0">
                <a:latin typeface="思源黑体 CN Regular" panose="020B0500000000000000" charset="-122"/>
                <a:ea typeface="思源黑体 CN Regular" panose="020B0500000000000000" charset="-122"/>
                <a:cs typeface="思源黑体 CN Regular" panose="020B0500000000000000" charset="-122"/>
              </a:defRPr>
            </a:lvl5pPr>
          </a:lstStyle>
          <a:p>
            <a:pPr lvl="0"/>
            <a:r>
              <a:rPr kumimoji="1" lang="zh-CN" altLang="en-US" dirty="0"/>
              <a:t>  单击此处编辑母版文本样式</a:t>
            </a:r>
          </a:p>
        </p:txBody>
      </p:sp>
      <p:cxnSp>
        <p:nvCxnSpPr>
          <p:cNvPr id="3145740" name="直接连接符 7"/>
          <p:cNvCxnSpPr>
            <a:cxnSpLocks/>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048668" name="矩形 8"/>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sp>
        <p:nvSpPr>
          <p:cNvPr id="1048669" name="标题 1"/>
          <p:cNvSpPr>
            <a:spLocks noGrp="1"/>
          </p:cNvSpPr>
          <p:nvPr>
            <p:ph type="title"/>
          </p:nvPr>
        </p:nvSpPr>
        <p:spPr>
          <a:xfrm>
            <a:off x="334800" y="97200"/>
            <a:ext cx="10054800" cy="651600"/>
          </a:xfrm>
        </p:spPr>
        <p:txBody>
          <a:bodyPr vert="horz" lIns="91440" tIns="45720" rIns="91440" bIns="45720" rtlCol="0" anchor="ctr">
            <a:normAutofit/>
          </a:bodyPr>
          <a:lstStyle>
            <a:lvl1pPr>
              <a:defRPr lang="zh-CN" altLang="en-US" sz="3200" b="1" baseline="0" dirty="0">
                <a:latin typeface="Arial" panose="020B0604020202020204" pitchFamily="34" charset="0"/>
                <a:ea typeface="黑体" panose="02010609060101010101" pitchFamily="49" charset="-122"/>
              </a:defRPr>
            </a:lvl1pPr>
          </a:lstStyle>
          <a:p>
            <a:pPr lvl="0"/>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式说明">
    <p:spTree>
      <p:nvGrpSpPr>
        <p:cNvPr id="1" name=""/>
        <p:cNvGrpSpPr/>
        <p:nvPr/>
      </p:nvGrpSpPr>
      <p:grpSpPr>
        <a:xfrm>
          <a:off x="0" y="0"/>
          <a:ext cx="0" cy="0"/>
          <a:chOff x="0" y="0"/>
          <a:chExt cx="0" cy="0"/>
        </a:xfrm>
      </p:grpSpPr>
      <p:pic>
        <p:nvPicPr>
          <p:cNvPr id="2097170" name="图片 7"/>
          <p:cNvPicPr>
            <a:picLocks noChangeAspect="1"/>
          </p:cNvPicPr>
          <p:nvPr userDrawn="1"/>
        </p:nvPicPr>
        <p:blipFill>
          <a:blip r:embed="rId2"/>
          <a:srcRect/>
          <a:stretch>
            <a:fillRect/>
          </a:stretch>
        </p:blipFill>
        <p:spPr>
          <a:xfrm>
            <a:off x="10491224" y="488311"/>
            <a:ext cx="1126345" cy="273211"/>
          </a:xfrm>
          <a:prstGeom prst="rect">
            <a:avLst/>
          </a:prstGeom>
        </p:spPr>
      </p:pic>
      <p:sp>
        <p:nvSpPr>
          <p:cNvPr id="1048622" name="文本框 3"/>
          <p:cNvSpPr txBox="1"/>
          <p:nvPr userDrawn="1"/>
        </p:nvSpPr>
        <p:spPr>
          <a:xfrm>
            <a:off x="334257" y="1030778"/>
            <a:ext cx="11378376" cy="5301229"/>
          </a:xfrm>
          <a:prstGeom prst="rect">
            <a:avLst/>
          </a:prstGeom>
        </p:spPr>
        <p:txBody>
          <a:bodyPr vert="horz" wrap="square" lIns="91440" tIns="45720" rIns="91440" bIns="45720" rtlCol="0" anchor="ctr">
            <a:normAutofit/>
          </a:bodyPr>
          <a:lstStyle/>
          <a:p>
            <a:endParaRPr kumimoji="1" lang="zh-CN" altLang="en-US" dirty="0"/>
          </a:p>
        </p:txBody>
      </p:sp>
      <p:sp>
        <p:nvSpPr>
          <p:cNvPr id="1048623" name="文本框 5"/>
          <p:cNvSpPr txBox="1"/>
          <p:nvPr userDrawn="1"/>
        </p:nvSpPr>
        <p:spPr>
          <a:xfrm>
            <a:off x="479367" y="115209"/>
            <a:ext cx="9894917" cy="571061"/>
          </a:xfrm>
          <a:prstGeom prst="rect">
            <a:avLst/>
          </a:prstGeom>
        </p:spPr>
        <p:txBody>
          <a:bodyPr vert="horz" wrap="square" lIns="91440" tIns="45720" rIns="91440" bIns="45720" rtlCol="0" anchor="ctr">
            <a:normAutofit/>
          </a:bodyPr>
          <a:lstStyle/>
          <a:p>
            <a:endParaRPr kumimoji="1" lang="zh-CN" altLang="en-US" dirty="0"/>
          </a:p>
        </p:txBody>
      </p:sp>
      <p:cxnSp>
        <p:nvCxnSpPr>
          <p:cNvPr id="3145729" name="直接连接符 9"/>
          <p:cNvCxnSpPr>
            <a:cxnSpLocks/>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048624" name="矩形 12"/>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sp>
        <p:nvSpPr>
          <p:cNvPr id="1048625" name="文本框 10"/>
          <p:cNvSpPr txBox="1"/>
          <p:nvPr userDrawn="1"/>
        </p:nvSpPr>
        <p:spPr>
          <a:xfrm>
            <a:off x="297277" y="45898"/>
            <a:ext cx="7732626" cy="746234"/>
          </a:xfrm>
          <a:prstGeom prst="rect">
            <a:avLst/>
          </a:prstGeom>
        </p:spPr>
        <p:txBody>
          <a:bodyPr vert="horz" wrap="square" lIns="91440" tIns="45720" rIns="91440" bIns="45720" rtlCol="0" anchor="ctr">
            <a:noAutofit/>
          </a:bodyPr>
          <a:lstStyle/>
          <a:p>
            <a:r>
              <a:rPr kumimoji="1" lang="en-US" altLang="zh-CN" sz="3200" b="1" i="0" baseline="0" dirty="0">
                <a:solidFill>
                  <a:schemeClr val="tx1"/>
                </a:solidFill>
                <a:latin typeface="Arial" panose="020B0604020202020204" pitchFamily="34" charset="0"/>
                <a:ea typeface="黑体" panose="02010609060101010101" pitchFamily="49" charset="-122"/>
                <a:cs typeface="Source Han Sans CN" charset="-122"/>
              </a:rPr>
              <a:t>DISCLAIMER &amp; ATTRIBUTION</a:t>
            </a:r>
            <a:endParaRPr kumimoji="1" lang="zh-CN" altLang="en-US" sz="3200" b="1" i="0" baseline="0" dirty="0">
              <a:solidFill>
                <a:schemeClr val="tx1"/>
              </a:solidFill>
              <a:latin typeface="Arial" panose="020B0604020202020204" pitchFamily="34" charset="0"/>
              <a:ea typeface="黑体" panose="02010609060101010101" pitchFamily="49" charset="-122"/>
              <a:cs typeface="Source Han Sans CN" charset="-122"/>
            </a:endParaRPr>
          </a:p>
        </p:txBody>
      </p:sp>
      <p:sp>
        <p:nvSpPr>
          <p:cNvPr id="1048626" name="文本框 1"/>
          <p:cNvSpPr txBox="1"/>
          <p:nvPr userDrawn="1"/>
        </p:nvSpPr>
        <p:spPr>
          <a:xfrm>
            <a:off x="386807" y="1183967"/>
            <a:ext cx="11507916" cy="4994850"/>
          </a:xfrm>
          <a:prstGeom prst="rect">
            <a:avLst/>
          </a:prstGeom>
        </p:spPr>
        <p:txBody>
          <a:bodyPr vert="horz" wrap="square" lIns="91440" tIns="45720" rIns="91440" bIns="45720" rtlCol="0" anchor="ctr">
            <a:normAutofit/>
          </a:bodyPr>
          <a:lstStyle/>
          <a:p>
            <a:r>
              <a:rPr kumimoji="1" lang="en-US" altLang="zh-CN" sz="1600" b="0" i="0" dirty="0">
                <a:solidFill>
                  <a:srgbClr val="000000"/>
                </a:solidFill>
                <a:latin typeface="+mn-lt"/>
                <a:ea typeface="思源黑体 CN Light" panose="020B0300000000000000" charset="-122"/>
                <a:cs typeface="思源黑体 CN Light" panose="020B0300000000000000" charset="-122"/>
              </a:rPr>
              <a:t>This presentation may contain privileged and confidential information and is intended only for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Integrated Circuits (Shanghai) Co., Ltd. and/or its affiliates (hereinafter collectively referred to as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The information presented in this presentation should be kept strictly confidential and should not be allowed to make available to others without written consent from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a:t>
            </a:r>
          </a:p>
          <a:p>
            <a:endParaRPr kumimoji="1" lang="en-US" altLang="zh-CN" sz="1600" b="0" i="0" dirty="0">
              <a:solidFill>
                <a:srgbClr val="000000"/>
              </a:solidFill>
              <a:latin typeface="+mn-lt"/>
              <a:ea typeface="思源黑体 CN Light" panose="020B0300000000000000" charset="-122"/>
              <a:cs typeface="思源黑体 CN Light" panose="020B0300000000000000" charset="-122"/>
            </a:endParaRPr>
          </a:p>
          <a:p>
            <a:r>
              <a:rPr kumimoji="1" lang="en-US" altLang="zh-CN" sz="1600" b="0" i="0" dirty="0">
                <a:solidFill>
                  <a:srgbClr val="000000"/>
                </a:solidFill>
                <a:latin typeface="+mn-lt"/>
                <a:ea typeface="思源黑体 CN Light" panose="020B0300000000000000" charset="-122"/>
                <a:cs typeface="思源黑体 CN Light" panose="020B0300000000000000" charset="-122"/>
              </a:rPr>
              <a:t>The information presented in this presentation is for informational purposes only and may contain technical inaccuracies, omissions and typographical errors.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makes no representation or warranty of any kind, express or implied, regarding the reliability, availability or completeness of any information on the Slides. </a:t>
            </a:r>
          </a:p>
          <a:p>
            <a:endParaRPr kumimoji="1" lang="en-US" altLang="zh-CN" sz="1600" b="0" i="0" dirty="0">
              <a:solidFill>
                <a:srgbClr val="000000"/>
              </a:solidFill>
              <a:latin typeface="+mn-lt"/>
              <a:ea typeface="思源黑体 CN Light" panose="020B0300000000000000" charset="-122"/>
              <a:cs typeface="思源黑体 CN Light" panose="020B0300000000000000" charset="-122"/>
            </a:endParaRPr>
          </a:p>
          <a:p>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is the owner of the presentation and all portions thereof.  Except as expressly provided, you are prohibited from copying, modifying, distributing, displaying or transmitting any of the contents of the Slides for any purposes. </a:t>
            </a:r>
          </a:p>
          <a:p>
            <a:endParaRPr kumimoji="1" lang="en-US" altLang="zh-CN" sz="1600" b="0" i="0" dirty="0">
              <a:solidFill>
                <a:srgbClr val="000000"/>
              </a:solidFill>
              <a:latin typeface="+mn-lt"/>
              <a:ea typeface="思源黑体 CN Light" panose="020B0300000000000000" charset="-122"/>
              <a:cs typeface="思源黑体 CN Light" panose="020B0300000000000000" charset="-122"/>
            </a:endParaRPr>
          </a:p>
          <a:p>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a:t>
            </a:r>
            <a:r>
              <a:rPr kumimoji="1" lang="zh-CN" altLang="en-US" sz="1600" b="0" i="0" dirty="0">
                <a:solidFill>
                  <a:srgbClr val="000000"/>
                </a:solidFill>
                <a:latin typeface="+mn-ea"/>
                <a:ea typeface="+mn-ea"/>
                <a:cs typeface="思源黑体 CN Light" panose="020B0300000000000000" charset="-122"/>
              </a:rPr>
              <a:t>沐曦</a:t>
            </a:r>
            <a:r>
              <a:rPr kumimoji="1" lang="en-US" altLang="zh-CN" sz="1600" b="0" i="0" dirty="0">
                <a:solidFill>
                  <a:srgbClr val="000000"/>
                </a:solidFill>
                <a:latin typeface="+mn-ea"/>
                <a:ea typeface="+mn-ea"/>
                <a:cs typeface="思源黑体 CN Light" panose="020B0300000000000000" charset="-122"/>
              </a:rPr>
              <a:t>,</a:t>
            </a:r>
            <a:r>
              <a:rPr kumimoji="1" lang="en-US" altLang="zh-CN" sz="1600" b="0" i="0" dirty="0">
                <a:solidFill>
                  <a:srgbClr val="000000"/>
                </a:solidFill>
                <a:latin typeface="+mn-lt"/>
                <a:ea typeface="思源黑体 CN Light" panose="020B0300000000000000" charset="-122"/>
                <a:cs typeface="思源黑体 CN Light" panose="020B0300000000000000" charset="-122"/>
              </a:rPr>
              <a:t> the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logo and combinations thereof are trademarks of </a:t>
            </a:r>
            <a:r>
              <a:rPr kumimoji="1" lang="en-US" altLang="zh-CN" sz="1600" b="0" i="0" dirty="0" err="1">
                <a:solidFill>
                  <a:srgbClr val="000000"/>
                </a:solidFill>
                <a:latin typeface="+mn-lt"/>
                <a:ea typeface="思源黑体 CN Light" panose="020B0300000000000000" charset="-122"/>
                <a:cs typeface="思源黑体 CN Light" panose="020B0300000000000000" charset="-122"/>
              </a:rPr>
              <a:t>MetaX</a:t>
            </a:r>
            <a:r>
              <a:rPr kumimoji="1" lang="en-US" altLang="zh-CN" sz="1600" b="0" i="0" dirty="0">
                <a:solidFill>
                  <a:srgbClr val="000000"/>
                </a:solidFill>
                <a:latin typeface="+mn-lt"/>
                <a:ea typeface="思源黑体 CN Light" panose="020B0300000000000000" charset="-122"/>
                <a:cs typeface="思源黑体 CN Light" panose="020B0300000000000000" charset="-122"/>
              </a:rPr>
              <a:t>. Other product and company names used in this presentation are for identification purposes only and may be trademarks or trade names of their respective owners.</a:t>
            </a:r>
          </a:p>
          <a:p>
            <a:endParaRPr kumimoji="1" lang="en-US" altLang="zh-CN" sz="1600" b="0" i="0" dirty="0">
              <a:solidFill>
                <a:srgbClr val="000000"/>
              </a:solidFill>
              <a:latin typeface="+mn-lt"/>
              <a:ea typeface="思源黑体 CN Light" panose="020B0300000000000000" charset="-122"/>
              <a:cs typeface="思源黑体 CN Light" panose="020B0300000000000000" charset="-122"/>
            </a:endParaRPr>
          </a:p>
          <a:p>
            <a:r>
              <a:rPr kumimoji="1" lang="en-US" altLang="zh-CN" sz="1600" b="0" i="0" dirty="0">
                <a:solidFill>
                  <a:srgbClr val="000000"/>
                </a:solidFill>
                <a:latin typeface="+mn-lt"/>
                <a:ea typeface="思源黑体 CN Light" panose="020B0300000000000000" charset="-122"/>
                <a:cs typeface="思源黑体 CN Light" panose="020B0300000000000000" charset="-122"/>
              </a:rPr>
              <a:t> http://www.metax-tech.com/</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空白页">
    <p:bg>
      <p:bgPr>
        <a:solidFill>
          <a:schemeClr val="bg1"/>
        </a:solidFill>
        <a:effectLst/>
      </p:bgPr>
    </p:bg>
    <p:spTree>
      <p:nvGrpSpPr>
        <p:cNvPr id="1" name=""/>
        <p:cNvGrpSpPr/>
        <p:nvPr/>
      </p:nvGrpSpPr>
      <p:grpSpPr>
        <a:xfrm>
          <a:off x="0" y="0"/>
          <a:ext cx="0" cy="0"/>
          <a:chOff x="0" y="0"/>
          <a:chExt cx="0" cy="0"/>
        </a:xfrm>
      </p:grpSpPr>
      <p:sp>
        <p:nvSpPr>
          <p:cNvPr id="1048593" name="标题 1"/>
          <p:cNvSpPr>
            <a:spLocks noGrp="1"/>
          </p:cNvSpPr>
          <p:nvPr>
            <p:ph type="title"/>
          </p:nvPr>
        </p:nvSpPr>
        <p:spPr>
          <a:xfrm>
            <a:off x="297277" y="45720"/>
            <a:ext cx="10515600" cy="757026"/>
          </a:xfrm>
        </p:spPr>
        <p:txBody>
          <a:bodyPr>
            <a:normAutofit/>
          </a:bodyPr>
          <a:lstStyle>
            <a:lvl1pPr>
              <a:defRPr sz="3200" b="1" i="0">
                <a:solidFill>
                  <a:schemeClr val="tx1"/>
                </a:solidFill>
                <a:latin typeface="思源黑体 CN Bold" panose="020B0800000000000000" charset="-122"/>
                <a:ea typeface="思源黑体 CN Bold" panose="020B0800000000000000" charset="-122"/>
                <a:cs typeface="思源黑体 CN Bold" panose="020B0800000000000000" charset="-122"/>
              </a:defRPr>
            </a:lvl1pPr>
          </a:lstStyle>
          <a:p>
            <a:endParaRPr kumimoji="1" lang="zh-CN" altLang="en-US" dirty="0"/>
          </a:p>
        </p:txBody>
      </p:sp>
      <p:cxnSp>
        <p:nvCxnSpPr>
          <p:cNvPr id="3145728" name="直接连接符 4"/>
          <p:cNvCxnSpPr>
            <a:cxnSpLocks/>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048594" name="矩形 5"/>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2097155" name="图片 6"/>
          <p:cNvPicPr>
            <a:picLocks noChangeAspect="1"/>
          </p:cNvPicPr>
          <p:nvPr userDrawn="1"/>
        </p:nvPicPr>
        <p:blipFill>
          <a:blip r:embed="rId2"/>
          <a:srcRect/>
          <a:stretch>
            <a:fillRect/>
          </a:stretch>
        </p:blipFill>
        <p:spPr>
          <a:xfrm>
            <a:off x="10502902" y="466185"/>
            <a:ext cx="1114421" cy="270319"/>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标题和内容1">
    <p:spTree>
      <p:nvGrpSpPr>
        <p:cNvPr id="1" name=""/>
        <p:cNvGrpSpPr/>
        <p:nvPr/>
      </p:nvGrpSpPr>
      <p:grpSpPr>
        <a:xfrm>
          <a:off x="0" y="0"/>
          <a:ext cx="0" cy="0"/>
          <a:chOff x="0" y="0"/>
          <a:chExt cx="0" cy="0"/>
        </a:xfrm>
      </p:grpSpPr>
      <p:sp>
        <p:nvSpPr>
          <p:cNvPr id="1048647" name="内容占位符 2"/>
          <p:cNvSpPr>
            <a:spLocks noGrp="1"/>
          </p:cNvSpPr>
          <p:nvPr>
            <p:ph sz="half" idx="1"/>
          </p:nvPr>
        </p:nvSpPr>
        <p:spPr>
          <a:xfrm>
            <a:off x="838199" y="1074490"/>
            <a:ext cx="10417629" cy="5102473"/>
          </a:xfrm>
        </p:spPr>
        <p:txBody>
          <a:bodyPr/>
          <a:lstStyle>
            <a:lvl1pPr marL="228600" indent="-228600">
              <a:lnSpc>
                <a:spcPct val="150000"/>
              </a:lnSpc>
              <a:buSzPct val="120000"/>
              <a:buFontTx/>
              <a:buBlip>
                <a:blip r:embed="rId2"/>
              </a:buBlip>
              <a:defRPr sz="1800" b="1" i="0">
                <a:solidFill>
                  <a:srgbClr val="660874"/>
                </a:solidFill>
                <a:latin typeface="思源黑体 CN Bold" panose="020B0800000000000000" charset="-122"/>
                <a:ea typeface="思源黑体 CN Bold" panose="020B0800000000000000" charset="-122"/>
                <a:cs typeface="Source Han Sans CN" charset="-122"/>
              </a:defRPr>
            </a:lvl1pPr>
            <a:lvl2pPr marL="685800" indent="-228600">
              <a:lnSpc>
                <a:spcPct val="150000"/>
              </a:lnSpc>
              <a:buClr>
                <a:srgbClr val="660874"/>
              </a:buClr>
              <a:buSzPct val="100000"/>
              <a:buFont typeface="ZapfDingbatsITC" charset="0"/>
              <a:buChar char="➤"/>
              <a:defRPr sz="1600" b="0" i="0">
                <a:solidFill>
                  <a:schemeClr val="tx1">
                    <a:lumMod val="75000"/>
                    <a:lumOff val="25000"/>
                  </a:schemeClr>
                </a:solidFill>
                <a:latin typeface="思源黑体 CN Regular" panose="020B0500000000000000" charset="-122"/>
                <a:ea typeface="思源黑体 CN Regular" panose="020B0500000000000000" charset="-122"/>
                <a:cs typeface="Source Han Sans CN" charset="-122"/>
              </a:defRPr>
            </a:lvl2pPr>
            <a:lvl3pPr marL="1143000" indent="-228600">
              <a:lnSpc>
                <a:spcPct val="150000"/>
              </a:lnSpc>
              <a:buClr>
                <a:srgbClr val="660874"/>
              </a:buClr>
              <a:buSzPct val="100000"/>
              <a:buFont typeface="AppleSymbols" charset="0"/>
              <a:buChar char="▻"/>
              <a:defRPr sz="1400" b="0" i="0">
                <a:latin typeface="思源黑体 CN Light" panose="020B0300000000000000" charset="-122"/>
                <a:ea typeface="思源黑体 CN Light" panose="020B0300000000000000" charset="-122"/>
                <a:cs typeface="思源黑体 CN Light" panose="020B0300000000000000" charset="-122"/>
              </a:defRPr>
            </a:lvl3pPr>
            <a:lvl4pPr>
              <a:defRPr b="0" i="0">
                <a:latin typeface="Source Han Sans CN" charset="-122"/>
                <a:ea typeface="Source Han Sans CN" charset="-122"/>
                <a:cs typeface="Source Han Sans CN" charset="-122"/>
              </a:defRPr>
            </a:lvl4pPr>
            <a:lvl5pPr>
              <a:defRPr b="0" i="0">
                <a:latin typeface="Source Han Sans CN" charset="-122"/>
                <a:ea typeface="Source Han Sans CN" charset="-122"/>
                <a:cs typeface="Source Han Sans CN" charset="-122"/>
              </a:defRPr>
            </a:lvl5pPr>
          </a:lstStyle>
          <a:p>
            <a:pPr lvl="0"/>
            <a:r>
              <a:rPr kumimoji="1" lang="zh-CN" altLang="en-US"/>
              <a:t>单击此处编辑母版文本样式</a:t>
            </a:r>
          </a:p>
          <a:p>
            <a:pPr lvl="1"/>
            <a:r>
              <a:rPr kumimoji="1" lang="zh-CN" altLang="en-US"/>
              <a:t>二级</a:t>
            </a:r>
          </a:p>
          <a:p>
            <a:pPr lvl="2"/>
            <a:r>
              <a:rPr kumimoji="1" lang="zh-CN" altLang="en-US"/>
              <a:t>三级</a:t>
            </a:r>
          </a:p>
        </p:txBody>
      </p:sp>
      <p:sp>
        <p:nvSpPr>
          <p:cNvPr id="1048648" name="标题 1"/>
          <p:cNvSpPr>
            <a:spLocks noGrp="1"/>
          </p:cNvSpPr>
          <p:nvPr>
            <p:ph type="title"/>
          </p:nvPr>
        </p:nvSpPr>
        <p:spPr>
          <a:xfrm>
            <a:off x="297277" y="45720"/>
            <a:ext cx="10515600" cy="757026"/>
          </a:xfrm>
        </p:spPr>
        <p:txBody>
          <a:bodyPr>
            <a:normAutofit/>
          </a:bodyPr>
          <a:lstStyle>
            <a:lvl1pPr>
              <a:defRPr sz="3200" b="1" i="0">
                <a:solidFill>
                  <a:schemeClr val="tx1"/>
                </a:solidFill>
                <a:latin typeface="思源黑体 CN Bold" panose="020B0800000000000000" charset="-122"/>
                <a:ea typeface="思源黑体 CN Bold" panose="020B0800000000000000" charset="-122"/>
                <a:cs typeface="思源黑体 CN Bold" panose="020B0800000000000000" charset="-122"/>
              </a:defRPr>
            </a:lvl1pPr>
          </a:lstStyle>
          <a:p>
            <a:endParaRPr kumimoji="1" lang="zh-CN" altLang="en-US" dirty="0"/>
          </a:p>
        </p:txBody>
      </p:sp>
      <p:cxnSp>
        <p:nvCxnSpPr>
          <p:cNvPr id="3145736" name="直接连接符 5"/>
          <p:cNvCxnSpPr>
            <a:cxnSpLocks/>
          </p:cNvCxnSpPr>
          <p:nvPr userDrawn="1"/>
        </p:nvCxn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048649" name="矩形 6"/>
          <p:cNvSpPr/>
          <p:nvPr userDrawn="1"/>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51318E"/>
              </a:solidFill>
            </a:endParaRPr>
          </a:p>
        </p:txBody>
      </p:sp>
      <p:pic>
        <p:nvPicPr>
          <p:cNvPr id="2097179" name="图片 8"/>
          <p:cNvPicPr>
            <a:picLocks noChangeAspect="1"/>
          </p:cNvPicPr>
          <p:nvPr userDrawn="1"/>
        </p:nvPicPr>
        <p:blipFill>
          <a:blip r:embed="rId3"/>
          <a:srcRect/>
          <a:stretch>
            <a:fillRect/>
          </a:stretch>
        </p:blipFill>
        <p:spPr>
          <a:xfrm>
            <a:off x="10502902" y="466185"/>
            <a:ext cx="1114421" cy="270319"/>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过渡页">
    <p:spTree>
      <p:nvGrpSpPr>
        <p:cNvPr id="1" name=""/>
        <p:cNvGrpSpPr/>
        <p:nvPr/>
      </p:nvGrpSpPr>
      <p:grpSpPr>
        <a:xfrm>
          <a:off x="0" y="0"/>
          <a:ext cx="0" cy="0"/>
          <a:chOff x="0" y="0"/>
          <a:chExt cx="0" cy="0"/>
        </a:xfrm>
      </p:grpSpPr>
      <p:pic>
        <p:nvPicPr>
          <p:cNvPr id="2097174" name="图片 9"/>
          <p:cNvPicPr>
            <a:picLocks noChangeAspect="1"/>
          </p:cNvPicPr>
          <p:nvPr userDrawn="1"/>
        </p:nvPicPr>
        <p:blipFill>
          <a:blip r:embed="rId2" cstate="email"/>
          <a:stretch>
            <a:fillRect/>
          </a:stretch>
        </p:blipFill>
        <p:spPr>
          <a:xfrm>
            <a:off x="-1235002" y="-1412301"/>
            <a:ext cx="12969802" cy="9727351"/>
          </a:xfrm>
          <a:prstGeom prst="rect">
            <a:avLst/>
          </a:prstGeom>
        </p:spPr>
      </p:pic>
      <p:pic>
        <p:nvPicPr>
          <p:cNvPr id="2097175" name="图片 8"/>
          <p:cNvPicPr>
            <a:picLocks noChangeAspect="1"/>
          </p:cNvPicPr>
          <p:nvPr userDrawn="1"/>
        </p:nvPicPr>
        <p:blipFill>
          <a:blip r:embed="rId3"/>
          <a:srcRect/>
          <a:stretch>
            <a:fillRect/>
          </a:stretch>
        </p:blipFill>
        <p:spPr>
          <a:xfrm>
            <a:off x="10235814" y="492349"/>
            <a:ext cx="1498983" cy="363600"/>
          </a:xfrm>
          <a:prstGeom prst="rect">
            <a:avLst/>
          </a:prstGeom>
        </p:spPr>
      </p:pic>
      <p:cxnSp>
        <p:nvCxnSpPr>
          <p:cNvPr id="3145732" name="直接连接符 28"/>
          <p:cNvCxnSpPr>
            <a:cxnSpLocks/>
          </p:cNvCxnSpPr>
          <p:nvPr userDrawn="1"/>
        </p:nvCxnSpPr>
        <p:spPr>
          <a:xfrm flipH="1">
            <a:off x="5601528" y="3824575"/>
            <a:ext cx="5711080" cy="0"/>
          </a:xfrm>
          <a:prstGeom prst="line">
            <a:avLst/>
          </a:prstGeom>
          <a:gradFill flip="none" rotWithShape="1">
            <a:gsLst>
              <a:gs pos="1000">
                <a:srgbClr val="06DEB7">
                  <a:alpha val="0"/>
                </a:srgbClr>
              </a:gs>
              <a:gs pos="100000">
                <a:srgbClr val="06DEB7">
                  <a:alpha val="40000"/>
                </a:srgbClr>
              </a:gs>
            </a:gsLst>
            <a:path path="circle">
              <a:fillToRect l="50000" t="50000" r="50000" b="50000"/>
            </a:path>
          </a:gradFill>
          <a:ln w="63500">
            <a:solidFill>
              <a:srgbClr val="660773"/>
            </a:solidFill>
          </a:ln>
        </p:spPr>
        <p:style>
          <a:lnRef idx="2">
            <a:schemeClr val="accent1">
              <a:shade val="50000"/>
            </a:schemeClr>
          </a:lnRef>
          <a:fillRef idx="1">
            <a:schemeClr val="accent1"/>
          </a:fillRef>
          <a:effectRef idx="0">
            <a:schemeClr val="accent1"/>
          </a:effectRef>
          <a:fontRef idx="minor">
            <a:schemeClr val="lt1"/>
          </a:fontRef>
        </p:style>
      </p:cxnSp>
      <p:sp>
        <p:nvSpPr>
          <p:cNvPr id="1048637" name="文本占位符 2"/>
          <p:cNvSpPr>
            <a:spLocks noGrp="1"/>
          </p:cNvSpPr>
          <p:nvPr>
            <p:ph type="body" sz="quarter" idx="10"/>
          </p:nvPr>
        </p:nvSpPr>
        <p:spPr>
          <a:xfrm>
            <a:off x="5602288" y="3124199"/>
            <a:ext cx="5710237" cy="609599"/>
          </a:xfrm>
        </p:spPr>
        <p:txBody>
          <a:bodyPr>
            <a:normAutofit/>
          </a:bodyPr>
          <a:lstStyle>
            <a:lvl1pPr marL="0" indent="0">
              <a:buNone/>
              <a:defRPr sz="3600"/>
            </a:lvl1pPr>
          </a:lstStyle>
          <a:p>
            <a:pPr lvl="0"/>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模板调整">
    <p:spTree>
      <p:nvGrpSpPr>
        <p:cNvPr id="1" name=""/>
        <p:cNvGrpSpPr/>
        <p:nvPr/>
      </p:nvGrpSpPr>
      <p:grpSpPr>
        <a:xfrm>
          <a:off x="0" y="0"/>
          <a:ext cx="0" cy="0"/>
          <a:chOff x="0" y="0"/>
          <a:chExt cx="0" cy="0"/>
        </a:xfrm>
      </p:grpSpPr>
      <p:pic>
        <p:nvPicPr>
          <p:cNvPr id="2097183" name="对象 3" hidden="1"/>
          <p:cNvPicPr>
            <a:picLocks noChangeAspect="1" noChangeArrowheads="1"/>
          </p:cNvPicPr>
          <p:nvPr userDrawn="1">
            <p:custDataLst>
              <p:tags r:id="rId1"/>
            </p:custDataLst>
          </p:nvPr>
        </p:nvPicPr>
        <p:blipFill>
          <a:blip r:embed="rId3"/>
          <a:srcRect/>
          <a:stretch>
            <a:fillRect/>
          </a:stretch>
        </p:blipFill>
        <p:spPr bwMode="auto">
          <a:xfrm>
            <a:off x="1588" y="1588"/>
            <a:ext cx="1587" cy="1587"/>
          </a:xfrm>
          <a:prstGeom prst="rect">
            <a:avLst/>
          </a:prstGeom>
          <a:noFill/>
          <a:ln>
            <a:noFill/>
          </a:ln>
        </p:spPr>
      </p:pic>
      <p:sp>
        <p:nvSpPr>
          <p:cNvPr id="1048655" name="文本框 6"/>
          <p:cNvSpPr txBox="1">
            <a:spLocks noChangeArrowheads="1"/>
          </p:cNvSpPr>
          <p:nvPr/>
        </p:nvSpPr>
        <p:spPr bwMode="auto">
          <a:xfrm>
            <a:off x="10715625" y="6538913"/>
            <a:ext cx="1276350" cy="246062"/>
          </a:xfrm>
          <a:prstGeom prst="rect">
            <a:avLst/>
          </a:prstGeom>
          <a:noFill/>
          <a:ln>
            <a:noFill/>
          </a:ln>
        </p:spPr>
        <p:txBody>
          <a:bodyPr>
            <a:spAutoFit/>
          </a:bodyPr>
          <a:lstStyle/>
          <a:p>
            <a:pPr algn="r"/>
            <a:fld id="{A65351A7-5EAF-2D46-97E3-9963211E27BF}" type="slidenum">
              <a:rPr lang="zh-CN" altLang="en-US" sz="1000">
                <a:solidFill>
                  <a:srgbClr val="898989"/>
                </a:solidFill>
                <a:latin typeface="微软雅黑" panose="020B0503020204020204" charset="-122"/>
                <a:ea typeface="微软雅黑" panose="020B0503020204020204" charset="-122"/>
              </a:rPr>
              <a:t>‹#›</a:t>
            </a:fld>
            <a:endParaRPr lang="zh-CN" altLang="en-US" sz="1000" dirty="0">
              <a:solidFill>
                <a:srgbClr val="898989"/>
              </a:solidFill>
              <a:latin typeface="微软雅黑" panose="020B0503020204020204" charset="-122"/>
              <a:ea typeface="微软雅黑" panose="020B0503020204020204" charset="-122"/>
            </a:endParaRPr>
          </a:p>
        </p:txBody>
      </p:sp>
      <p:sp>
        <p:nvSpPr>
          <p:cNvPr id="1048656" name="文本框 7"/>
          <p:cNvSpPr txBox="1">
            <a:spLocks noChangeArrowheads="1"/>
          </p:cNvSpPr>
          <p:nvPr/>
        </p:nvSpPr>
        <p:spPr bwMode="auto">
          <a:xfrm>
            <a:off x="235193" y="6529388"/>
            <a:ext cx="4076700" cy="231775"/>
          </a:xfrm>
          <a:prstGeom prst="rect">
            <a:avLst/>
          </a:prstGeom>
          <a:noFill/>
          <a:ln>
            <a:noFill/>
          </a:ln>
        </p:spPr>
        <p:txBody>
          <a:bodyPr>
            <a:spAutoFit/>
          </a:bodyPr>
          <a:lstStyle/>
          <a:p>
            <a:r>
              <a:rPr lang="hr-HR" altLang="zh-CN" sz="900" dirty="0">
                <a:solidFill>
                  <a:srgbClr val="898989"/>
                </a:solidFill>
                <a:latin typeface="微软雅黑" panose="020B0503020204020204" charset="-122"/>
                <a:ea typeface="微软雅黑" panose="020B0503020204020204" charset="-122"/>
              </a:rPr>
              <a:t>| </a:t>
            </a:r>
            <a:r>
              <a:rPr lang="zh-CN" altLang="hr-HR" sz="900" dirty="0">
                <a:solidFill>
                  <a:srgbClr val="898989"/>
                </a:solidFill>
                <a:latin typeface="微软雅黑" panose="020B0503020204020204" charset="-122"/>
                <a:ea typeface="微软雅黑" panose="020B0503020204020204" charset="-122"/>
              </a:rPr>
              <a:t>沐曦内部资料 </a:t>
            </a:r>
            <a:r>
              <a:rPr lang="hr-HR" altLang="zh-CN" sz="900" dirty="0">
                <a:solidFill>
                  <a:srgbClr val="898989"/>
                </a:solidFill>
                <a:latin typeface="微软雅黑" panose="020B0503020204020204" charset="-122"/>
                <a:ea typeface="微软雅黑" panose="020B0503020204020204" charset="-122"/>
              </a:rPr>
              <a:t>| MetaX Confidential | All Rights Reserved | </a:t>
            </a:r>
          </a:p>
        </p:txBody>
      </p:sp>
      <p:sp>
        <p:nvSpPr>
          <p:cNvPr id="1048657" name="矩形 4"/>
          <p:cNvSpPr/>
          <p:nvPr/>
        </p:nvSpPr>
        <p:spPr>
          <a:xfrm>
            <a:off x="-1989138" y="901700"/>
            <a:ext cx="1889125" cy="3263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kumimoji="1" lang="en-US" altLang="zh-CN" sz="1200" noProof="1">
              <a:latin typeface="微软雅黑" panose="020B0503020204020204" charset="-122"/>
              <a:ea typeface="微软雅黑" panose="020B0503020204020204" charset="-122"/>
            </a:endParaRPr>
          </a:p>
        </p:txBody>
      </p:sp>
      <p:sp>
        <p:nvSpPr>
          <p:cNvPr id="1048658" name="矩形 5"/>
          <p:cNvSpPr/>
          <p:nvPr/>
        </p:nvSpPr>
        <p:spPr>
          <a:xfrm>
            <a:off x="-996950" y="1063625"/>
            <a:ext cx="788987" cy="719138"/>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kumimoji="1" lang="en-US" altLang="zh-CN" sz="1000" noProof="1">
                <a:solidFill>
                  <a:schemeClr val="bg1"/>
                </a:solidFill>
                <a:latin typeface="微软雅黑" panose="020B0503020204020204" charset="-122"/>
                <a:ea typeface="微软雅黑" panose="020B0503020204020204" charset="-122"/>
              </a:rPr>
              <a:t>137</a:t>
            </a:r>
          </a:p>
          <a:p>
            <a:pPr algn="ctr" fontAlgn="auto"/>
            <a:r>
              <a:rPr kumimoji="1" lang="en-US" altLang="zh-CN" sz="1000" noProof="1">
                <a:solidFill>
                  <a:schemeClr val="bg1"/>
                </a:solidFill>
                <a:latin typeface="微软雅黑" panose="020B0503020204020204" charset="-122"/>
                <a:ea typeface="微软雅黑" panose="020B0503020204020204" charset="-122"/>
              </a:rPr>
              <a:t>137</a:t>
            </a:r>
          </a:p>
          <a:p>
            <a:pPr algn="ctr" fontAlgn="auto"/>
            <a:r>
              <a:rPr kumimoji="1" lang="en-US" altLang="zh-CN" sz="1000" noProof="1">
                <a:solidFill>
                  <a:schemeClr val="bg1"/>
                </a:solidFill>
                <a:latin typeface="微软雅黑" panose="020B0503020204020204" charset="-122"/>
                <a:ea typeface="微软雅黑" panose="020B0503020204020204" charset="-122"/>
              </a:rPr>
              <a:t>137</a:t>
            </a:r>
          </a:p>
          <a:p>
            <a:pPr algn="ctr" fontAlgn="auto">
              <a:spcBef>
                <a:spcPts val="0"/>
              </a:spcBef>
              <a:spcAft>
                <a:spcPts val="0"/>
              </a:spcAft>
            </a:pPr>
            <a:r>
              <a:rPr kumimoji="1" lang="en-US" altLang="zh-CN" sz="1000" noProof="1">
                <a:latin typeface="微软雅黑" panose="020B0503020204020204" charset="-122"/>
                <a:ea typeface="微软雅黑" panose="020B0503020204020204" charset="-122"/>
              </a:rPr>
              <a:t>#A894B1</a:t>
            </a:r>
          </a:p>
        </p:txBody>
      </p:sp>
      <p:sp>
        <p:nvSpPr>
          <p:cNvPr id="1048659" name="矩形 6"/>
          <p:cNvSpPr/>
          <p:nvPr/>
        </p:nvSpPr>
        <p:spPr>
          <a:xfrm>
            <a:off x="-1882775" y="1063625"/>
            <a:ext cx="787400" cy="719138"/>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kumimoji="1" lang="en-US" altLang="zh-CN" sz="1000" noProof="1">
                <a:latin typeface="微软雅黑" panose="020B0503020204020204" charset="-122"/>
                <a:ea typeface="微软雅黑" panose="020B0503020204020204" charset="-122"/>
              </a:rPr>
              <a:t>102</a:t>
            </a:r>
          </a:p>
          <a:p>
            <a:pPr algn="ctr" fontAlgn="auto"/>
            <a:r>
              <a:rPr kumimoji="1" lang="en-US" altLang="zh-CN" sz="1000" noProof="1">
                <a:latin typeface="微软雅黑" panose="020B0503020204020204" charset="-122"/>
                <a:ea typeface="微软雅黑" panose="020B0503020204020204" charset="-122"/>
              </a:rPr>
              <a:t>8</a:t>
            </a:r>
          </a:p>
          <a:p>
            <a:pPr algn="ctr" fontAlgn="auto"/>
            <a:r>
              <a:rPr kumimoji="1" lang="en-US" altLang="zh-CN" sz="1000" noProof="1">
                <a:latin typeface="微软雅黑" panose="020B0503020204020204" charset="-122"/>
                <a:ea typeface="微软雅黑" panose="020B0503020204020204" charset="-122"/>
              </a:rPr>
              <a:t>116</a:t>
            </a:r>
          </a:p>
          <a:p>
            <a:pPr algn="ctr" fontAlgn="auto"/>
            <a:r>
              <a:rPr kumimoji="1" lang="en-US" altLang="zh-CN" sz="1000" noProof="1">
                <a:latin typeface="微软雅黑" panose="020B0503020204020204" charset="-122"/>
                <a:ea typeface="微软雅黑" panose="020B0503020204020204" charset="-122"/>
              </a:rPr>
              <a:t>#660874</a:t>
            </a:r>
          </a:p>
        </p:txBody>
      </p:sp>
      <p:sp>
        <p:nvSpPr>
          <p:cNvPr id="1048660" name="矩形 7"/>
          <p:cNvSpPr/>
          <p:nvPr/>
        </p:nvSpPr>
        <p:spPr>
          <a:xfrm>
            <a:off x="-1882775" y="2728913"/>
            <a:ext cx="787400" cy="720725"/>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kumimoji="1" lang="en-US" altLang="zh-CN" sz="1000" noProof="1">
                <a:solidFill>
                  <a:schemeClr val="bg1"/>
                </a:solidFill>
                <a:latin typeface="微软雅黑" panose="020B0503020204020204" charset="-122"/>
                <a:ea typeface="微软雅黑" panose="020B0503020204020204" charset="-122"/>
              </a:rPr>
              <a:t>30</a:t>
            </a:r>
          </a:p>
          <a:p>
            <a:pPr algn="ctr" fontAlgn="auto"/>
            <a:r>
              <a:rPr kumimoji="1" lang="en-US" altLang="zh-CN" sz="1000" noProof="1">
                <a:solidFill>
                  <a:schemeClr val="bg1"/>
                </a:solidFill>
                <a:latin typeface="微软雅黑" panose="020B0503020204020204" charset="-122"/>
                <a:ea typeface="微软雅黑" panose="020B0503020204020204" charset="-122"/>
              </a:rPr>
              <a:t>142</a:t>
            </a:r>
          </a:p>
          <a:p>
            <a:pPr algn="ctr" fontAlgn="auto"/>
            <a:r>
              <a:rPr kumimoji="1" lang="en-US" altLang="zh-CN" sz="1000" noProof="1">
                <a:solidFill>
                  <a:schemeClr val="bg1"/>
                </a:solidFill>
                <a:latin typeface="微软雅黑" panose="020B0503020204020204" charset="-122"/>
                <a:ea typeface="微软雅黑" panose="020B0503020204020204" charset="-122"/>
              </a:rPr>
              <a:t>148</a:t>
            </a:r>
          </a:p>
          <a:p>
            <a:pPr algn="ctr" fontAlgn="auto"/>
            <a:r>
              <a:rPr kumimoji="1" lang="en-US" altLang="zh-CN" sz="1000" noProof="1">
                <a:solidFill>
                  <a:schemeClr val="bg1"/>
                </a:solidFill>
                <a:latin typeface="微软雅黑" panose="020B0503020204020204" charset="-122"/>
                <a:ea typeface="微软雅黑" panose="020B0503020204020204" charset="-122"/>
              </a:rPr>
              <a:t>#1E8E94</a:t>
            </a:r>
          </a:p>
        </p:txBody>
      </p:sp>
      <p:sp>
        <p:nvSpPr>
          <p:cNvPr id="1048661" name="矩形 8"/>
          <p:cNvSpPr/>
          <p:nvPr/>
        </p:nvSpPr>
        <p:spPr>
          <a:xfrm>
            <a:off x="-1003300" y="2728913"/>
            <a:ext cx="787400" cy="720725"/>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kumimoji="1" lang="en-US" altLang="zh-CN" sz="1000" noProof="1">
                <a:solidFill>
                  <a:schemeClr val="tx1"/>
                </a:solidFill>
                <a:latin typeface="微软雅黑" panose="020B0503020204020204" charset="-122"/>
                <a:ea typeface="微软雅黑" panose="020B0503020204020204" charset="-122"/>
              </a:rPr>
              <a:t>229</a:t>
            </a:r>
          </a:p>
          <a:p>
            <a:pPr algn="ctr" fontAlgn="auto"/>
            <a:r>
              <a:rPr kumimoji="1" lang="en-US" altLang="zh-CN" sz="1000" noProof="1">
                <a:solidFill>
                  <a:schemeClr val="tx1"/>
                </a:solidFill>
                <a:latin typeface="微软雅黑" panose="020B0503020204020204" charset="-122"/>
                <a:ea typeface="微软雅黑" panose="020B0503020204020204" charset="-122"/>
              </a:rPr>
              <a:t>230</a:t>
            </a:r>
          </a:p>
          <a:p>
            <a:pPr algn="ctr" fontAlgn="auto"/>
            <a:r>
              <a:rPr kumimoji="1" lang="en-US" altLang="zh-CN" sz="1000" noProof="1">
                <a:solidFill>
                  <a:schemeClr val="tx1"/>
                </a:solidFill>
                <a:latin typeface="微软雅黑" panose="020B0503020204020204" charset="-122"/>
                <a:ea typeface="微软雅黑" panose="020B0503020204020204" charset="-122"/>
              </a:rPr>
              <a:t>233</a:t>
            </a:r>
          </a:p>
          <a:p>
            <a:pPr algn="ctr" fontAlgn="auto"/>
            <a:r>
              <a:rPr kumimoji="1" lang="en-US" altLang="zh-CN" sz="1000" noProof="1">
                <a:solidFill>
                  <a:schemeClr val="tx1"/>
                </a:solidFill>
                <a:latin typeface="微软雅黑" panose="020B0503020204020204" charset="-122"/>
                <a:ea typeface="微软雅黑" panose="020B0503020204020204" charset="-122"/>
              </a:rPr>
              <a:t>#E5E6E9</a:t>
            </a:r>
          </a:p>
        </p:txBody>
      </p:sp>
      <p:sp>
        <p:nvSpPr>
          <p:cNvPr id="1048662" name="矩形 9"/>
          <p:cNvSpPr/>
          <p:nvPr/>
        </p:nvSpPr>
        <p:spPr>
          <a:xfrm>
            <a:off x="-1882775" y="1892300"/>
            <a:ext cx="787400" cy="719138"/>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kumimoji="1" lang="en-US" altLang="zh-CN" sz="1000" noProof="1">
                <a:solidFill>
                  <a:schemeClr val="bg1"/>
                </a:solidFill>
                <a:latin typeface="微软雅黑" panose="020B0503020204020204" charset="-122"/>
                <a:ea typeface="微软雅黑" panose="020B0503020204020204" charset="-122"/>
              </a:rPr>
              <a:t>72</a:t>
            </a:r>
          </a:p>
          <a:p>
            <a:pPr algn="ctr" fontAlgn="auto"/>
            <a:r>
              <a:rPr kumimoji="1" lang="en-US" altLang="zh-CN" sz="1000" noProof="1">
                <a:solidFill>
                  <a:schemeClr val="bg1"/>
                </a:solidFill>
                <a:latin typeface="微软雅黑" panose="020B0503020204020204" charset="-122"/>
                <a:ea typeface="微软雅黑" panose="020B0503020204020204" charset="-122"/>
              </a:rPr>
              <a:t>187</a:t>
            </a:r>
          </a:p>
          <a:p>
            <a:pPr algn="ctr" fontAlgn="auto"/>
            <a:r>
              <a:rPr kumimoji="1" lang="en-US" altLang="zh-CN" sz="1000" noProof="1">
                <a:solidFill>
                  <a:schemeClr val="bg1"/>
                </a:solidFill>
                <a:latin typeface="微软雅黑" panose="020B0503020204020204" charset="-122"/>
                <a:ea typeface="微软雅黑" panose="020B0503020204020204" charset="-122"/>
              </a:rPr>
              <a:t>0</a:t>
            </a:r>
          </a:p>
          <a:p>
            <a:pPr algn="ctr" fontAlgn="auto"/>
            <a:r>
              <a:rPr kumimoji="1" lang="en-US" altLang="zh-CN" sz="1000" noProof="1">
                <a:solidFill>
                  <a:schemeClr val="bg1"/>
                </a:solidFill>
                <a:latin typeface="微软雅黑" panose="020B0503020204020204" charset="-122"/>
                <a:ea typeface="微软雅黑" panose="020B0503020204020204" charset="-122"/>
              </a:rPr>
              <a:t>#48BB00</a:t>
            </a:r>
          </a:p>
        </p:txBody>
      </p:sp>
      <p:sp>
        <p:nvSpPr>
          <p:cNvPr id="1048663" name="矩形 10"/>
          <p:cNvSpPr/>
          <p:nvPr/>
        </p:nvSpPr>
        <p:spPr>
          <a:xfrm>
            <a:off x="-996950" y="1884363"/>
            <a:ext cx="788987" cy="719137"/>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r>
              <a:rPr kumimoji="1" lang="en-US" altLang="zh-CN" sz="1000" noProof="1">
                <a:solidFill>
                  <a:schemeClr val="bg1"/>
                </a:solidFill>
                <a:latin typeface="微软雅黑" panose="020B0503020204020204" charset="-122"/>
                <a:ea typeface="微软雅黑" panose="020B0503020204020204" charset="-122"/>
              </a:rPr>
              <a:t>104</a:t>
            </a:r>
          </a:p>
          <a:p>
            <a:pPr algn="ctr" fontAlgn="auto"/>
            <a:r>
              <a:rPr kumimoji="1" lang="en-US" altLang="zh-CN" sz="1000" noProof="1">
                <a:solidFill>
                  <a:schemeClr val="bg1"/>
                </a:solidFill>
                <a:latin typeface="微软雅黑" panose="020B0503020204020204" charset="-122"/>
                <a:ea typeface="微软雅黑" panose="020B0503020204020204" charset="-122"/>
              </a:rPr>
              <a:t>212</a:t>
            </a:r>
          </a:p>
          <a:p>
            <a:pPr algn="ctr" fontAlgn="auto"/>
            <a:r>
              <a:rPr kumimoji="1" lang="en-US" altLang="zh-CN" sz="1000" noProof="1">
                <a:solidFill>
                  <a:schemeClr val="bg1"/>
                </a:solidFill>
                <a:latin typeface="微软雅黑" panose="020B0503020204020204" charset="-122"/>
                <a:ea typeface="微软雅黑" panose="020B0503020204020204" charset="-122"/>
              </a:rPr>
              <a:t>135</a:t>
            </a:r>
          </a:p>
          <a:p>
            <a:pPr algn="ctr" fontAlgn="auto"/>
            <a:r>
              <a:rPr kumimoji="1" lang="en-US" altLang="zh-CN" sz="1000" noProof="1">
                <a:solidFill>
                  <a:schemeClr val="bg1"/>
                </a:solidFill>
                <a:latin typeface="微软雅黑" panose="020B0503020204020204" charset="-122"/>
                <a:ea typeface="微软雅黑" panose="020B0503020204020204" charset="-122"/>
              </a:rPr>
              <a:t>#</a:t>
            </a:r>
            <a:r>
              <a:rPr kumimoji="1" lang="fi-FI" altLang="zh-CN" sz="1000" noProof="1">
                <a:solidFill>
                  <a:schemeClr val="bg1"/>
                </a:solidFill>
                <a:latin typeface="微软雅黑" panose="020B0503020204020204" charset="-122"/>
                <a:ea typeface="微软雅黑" panose="020B0503020204020204" charset="-122"/>
              </a:rPr>
              <a:t>A4D487</a:t>
            </a:r>
            <a:endParaRPr kumimoji="1" lang="en-US" altLang="zh-CN" sz="1000" noProof="1">
              <a:solidFill>
                <a:schemeClr val="bg1"/>
              </a:solidFill>
              <a:latin typeface="微软雅黑" panose="020B0503020204020204" charset="-122"/>
              <a:ea typeface="微软雅黑" panose="020B0503020204020204" charset="-122"/>
            </a:endParaRPr>
          </a:p>
        </p:txBody>
      </p:sp>
      <p:pic>
        <p:nvPicPr>
          <p:cNvPr id="2097184" name="图片 13"/>
          <p:cNvPicPr>
            <a:picLocks noChangeAspect="1" noChangeArrowheads="1"/>
          </p:cNvPicPr>
          <p:nvPr/>
        </p:nvPicPr>
        <p:blipFill>
          <a:blip r:embed="rId4"/>
          <a:srcRect/>
          <a:stretch>
            <a:fillRect/>
          </a:stretch>
        </p:blipFill>
        <p:spPr bwMode="auto">
          <a:xfrm>
            <a:off x="-1882775" y="3609975"/>
            <a:ext cx="1614487" cy="392113"/>
          </a:xfrm>
          <a:prstGeom prst="rect">
            <a:avLst/>
          </a:prstGeom>
          <a:noFill/>
          <a:ln>
            <a:noFill/>
          </a:ln>
        </p:spPr>
      </p:pic>
      <p:cxnSp>
        <p:nvCxnSpPr>
          <p:cNvPr id="3145739" name="直接连接符 4"/>
          <p:cNvCxnSpPr>
            <a:cxnSpLocks/>
          </p:cNvCxnSpPr>
          <p:nvPr userDrawn="1"/>
        </p:nvCxnSpPr>
        <p:spPr>
          <a:xfrm>
            <a:off x="0" y="812800"/>
            <a:ext cx="121920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cxnSp>
      <p:sp>
        <p:nvSpPr>
          <p:cNvPr id="1048664" name="矩形 5"/>
          <p:cNvSpPr/>
          <p:nvPr userDrawn="1"/>
        </p:nvSpPr>
        <p:spPr>
          <a:xfrm>
            <a:off x="0" y="792163"/>
            <a:ext cx="3340100" cy="5715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solidFill>
                <a:srgbClr val="51318E"/>
              </a:solidFill>
              <a:latin typeface="微软雅黑" panose="020B0503020204020204" charset="-122"/>
              <a:ea typeface="微软雅黑" panose="020B0503020204020204" charset="-122"/>
            </a:endParaRPr>
          </a:p>
        </p:txBody>
      </p:sp>
      <p:pic>
        <p:nvPicPr>
          <p:cNvPr id="2097185" name="图片 6"/>
          <p:cNvPicPr>
            <a:picLocks noChangeAspect="1" noChangeArrowheads="1"/>
          </p:cNvPicPr>
          <p:nvPr userDrawn="1"/>
        </p:nvPicPr>
        <p:blipFill>
          <a:blip r:embed="rId5"/>
          <a:srcRect/>
          <a:stretch>
            <a:fillRect/>
          </a:stretch>
        </p:blipFill>
        <p:spPr bwMode="auto">
          <a:xfrm>
            <a:off x="10742613" y="321469"/>
            <a:ext cx="1114425" cy="269875"/>
          </a:xfrm>
          <a:prstGeom prst="rect">
            <a:avLst/>
          </a:prstGeom>
          <a:noFill/>
          <a:ln>
            <a:noFill/>
          </a:ln>
        </p:spPr>
      </p:pic>
      <p:sp>
        <p:nvSpPr>
          <p:cNvPr id="1048665" name="文本框 16"/>
          <p:cNvSpPr txBox="1"/>
          <p:nvPr userDrawn="1"/>
        </p:nvSpPr>
        <p:spPr>
          <a:xfrm>
            <a:off x="-668338" y="1662113"/>
            <a:ext cx="0" cy="0"/>
          </a:xfrm>
          <a:prstGeom prst="rect">
            <a:avLst/>
          </a:prstGeom>
        </p:spPr>
        <p:txBody>
          <a:bodyPr wrap="none" anchor="ctr">
            <a:normAutofit fontScale="25000" lnSpcReduction="20000"/>
          </a:bodyPr>
          <a:lstStyle/>
          <a:p>
            <a:pPr fontAlgn="auto"/>
            <a:endParaRPr kumimoji="1" lang="zh-CN" altLang="en-US" noProof="1">
              <a:latin typeface="微软雅黑" panose="020B0503020204020204" charset="-122"/>
              <a:ea typeface="微软雅黑" panose="020B0503020204020204" charset="-122"/>
            </a:endParaRPr>
          </a:p>
        </p:txBody>
      </p:sp>
      <p:sp>
        <p:nvSpPr>
          <p:cNvPr id="1048666" name="标题 1"/>
          <p:cNvSpPr>
            <a:spLocks noGrp="1"/>
          </p:cNvSpPr>
          <p:nvPr>
            <p:ph type="title"/>
          </p:nvPr>
        </p:nvSpPr>
        <p:spPr>
          <a:xfrm>
            <a:off x="334963" y="225276"/>
            <a:ext cx="10107612" cy="462261"/>
          </a:xfrm>
        </p:spPr>
        <p:txBody>
          <a:bodyPr lIns="0">
            <a:noAutofit/>
          </a:bodyPr>
          <a:lstStyle>
            <a:lvl1pPr>
              <a:defRPr sz="3200" b="0" i="0">
                <a:solidFill>
                  <a:schemeClr val="tx1"/>
                </a:solidFill>
                <a:latin typeface="黑体" panose="02010609060101010101" pitchFamily="49" charset="-122"/>
                <a:ea typeface="黑体" panose="02010609060101010101" pitchFamily="49" charset="-122"/>
                <a:cs typeface="思源黑体 CN Bold" panose="020B0800000000000000" charset="-122"/>
              </a:defRPr>
            </a:lvl1pPr>
          </a:lstStyle>
          <a:p>
            <a:endParaRPr lang="zh-CN" altLang="en-US" noProof="1"/>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20E08E-9A9E-92EB-4EF6-34F05A73CC95}"/>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3202877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a:noFill/>
        </p:spPr>
        <p:txBody>
          <a:bodyPr vert="horz" lIns="91440" tIns="45720" rIns="91440" bIns="45720" rtlCol="0" anchor="ctr">
            <a:normAutofit/>
          </a:bodyPr>
          <a:lstStyle/>
          <a:p>
            <a:r>
              <a:rPr kumimoji="1" lang="zh-CN" altLang="en-US" dirty="0"/>
              <a:t>单击此处编辑母版标题样式</a:t>
            </a:r>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048578" name="文本框 13"/>
          <p:cNvSpPr txBox="1"/>
          <p:nvPr userDrawn="1"/>
        </p:nvSpPr>
        <p:spPr>
          <a:xfrm>
            <a:off x="10715725" y="6538912"/>
            <a:ext cx="1276149" cy="246221"/>
          </a:xfrm>
          <a:prstGeom prst="rect">
            <a:avLst/>
          </a:prstGeom>
          <a:noFill/>
        </p:spPr>
        <p:txBody>
          <a:bodyPr wrap="square" rtlCol="0">
            <a:spAutoFit/>
          </a:bodyPr>
          <a:lstStyle/>
          <a:p>
            <a:pPr algn="r"/>
            <a:fld id="{296E4521-5E5E-1A45-BB7B-23A14DB8FCED}" type="slidenum">
              <a:rPr kumimoji="1" lang="zh-CN" altLang="en-US" sz="1000" b="0" i="0" baseline="0" smtClean="0">
                <a:solidFill>
                  <a:srgbClr val="898989"/>
                </a:solidFill>
                <a:latin typeface="Arial" panose="020B0604020202020204" pitchFamily="34" charset="0"/>
                <a:ea typeface="黑体" panose="02010609060101010101" pitchFamily="49" charset="-122"/>
                <a:cs typeface="思源黑体 CN Light" panose="020B0300000000000000" charset="-122"/>
              </a:rPr>
              <a:t>‹#›</a:t>
            </a:fld>
            <a:endParaRPr kumimoji="1" lang="zh-CN" altLang="en-US" sz="1000" b="0" i="0" baseline="0">
              <a:solidFill>
                <a:srgbClr val="898989"/>
              </a:solidFill>
              <a:latin typeface="Arial" panose="020B0604020202020204" pitchFamily="34" charset="0"/>
              <a:ea typeface="黑体" panose="02010609060101010101" pitchFamily="49" charset="-122"/>
              <a:cs typeface="思源黑体 CN Light" panose="020B0300000000000000" charset="-122"/>
            </a:endParaRPr>
          </a:p>
        </p:txBody>
      </p:sp>
      <p:sp>
        <p:nvSpPr>
          <p:cNvPr id="1048579" name="文本框 14"/>
          <p:cNvSpPr txBox="1"/>
          <p:nvPr userDrawn="1"/>
        </p:nvSpPr>
        <p:spPr>
          <a:xfrm>
            <a:off x="119427" y="6530079"/>
            <a:ext cx="4075584" cy="230832"/>
          </a:xfrm>
          <a:prstGeom prst="rect">
            <a:avLst/>
          </a:prstGeom>
          <a:noFill/>
        </p:spPr>
        <p:txBody>
          <a:bodyPr wrap="square" rtlCol="0">
            <a:spAutoFit/>
          </a:bodyPr>
          <a:lstStyle/>
          <a:p>
            <a:r>
              <a:rPr lang="hr-HR" altLang="zh-CN" sz="900" b="0" i="0" baseline="0" dirty="0">
                <a:solidFill>
                  <a:srgbClr val="898989"/>
                </a:solidFill>
                <a:latin typeface="Arial" panose="020B0604020202020204" pitchFamily="34" charset="0"/>
                <a:ea typeface="黑体" panose="02010609060101010101" pitchFamily="49" charset="-122"/>
                <a:cs typeface="思源黑体 CN Light" panose="020B0300000000000000" charset="-122"/>
              </a:rPr>
              <a:t>| </a:t>
            </a:r>
            <a:r>
              <a:rPr lang="zh-CN" altLang="hr-HR" sz="900" b="0" i="0" baseline="0" dirty="0">
                <a:solidFill>
                  <a:srgbClr val="898989"/>
                </a:solidFill>
                <a:latin typeface="Arial" panose="020B0604020202020204" pitchFamily="34" charset="0"/>
                <a:ea typeface="黑体" panose="02010609060101010101" pitchFamily="49" charset="-122"/>
                <a:cs typeface="思源黑体 CN Light" panose="020B0300000000000000" charset="-122"/>
              </a:rPr>
              <a:t>沐曦内部资料 </a:t>
            </a:r>
            <a:r>
              <a:rPr lang="hr-HR" altLang="zh-CN" sz="900" b="0" i="0" baseline="0" dirty="0">
                <a:solidFill>
                  <a:srgbClr val="898989"/>
                </a:solidFill>
                <a:latin typeface="Arial" panose="020B0604020202020204" pitchFamily="34" charset="0"/>
                <a:ea typeface="黑体" panose="02010609060101010101" pitchFamily="49" charset="-122"/>
                <a:cs typeface="思源黑体 CN Light" panose="020B0300000000000000" charset="-122"/>
              </a:rPr>
              <a:t>| MetaX Confidential | All Rights Reserved | </a:t>
            </a:r>
          </a:p>
        </p:txBody>
      </p:sp>
      <p:sp>
        <p:nvSpPr>
          <p:cNvPr id="1048580" name="矩形 17"/>
          <p:cNvSpPr/>
          <p:nvPr userDrawn="1"/>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sz="1200" b="0" dirty="0"/>
          </a:p>
        </p:txBody>
      </p:sp>
      <p:sp>
        <p:nvSpPr>
          <p:cNvPr id="1048581" name="矩形 18"/>
          <p:cNvSpPr/>
          <p:nvPr userDrawn="1"/>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168</a:t>
            </a:r>
          </a:p>
          <a:p>
            <a:pPr algn="ctr"/>
            <a:r>
              <a:rPr kumimoji="1" lang="en-US" altLang="zh-CN" sz="1000" b="0" dirty="0">
                <a:solidFill>
                  <a:schemeClr val="bg1"/>
                </a:solidFill>
              </a:rPr>
              <a:t>148</a:t>
            </a:r>
          </a:p>
          <a:p>
            <a:pPr algn="ctr"/>
            <a:r>
              <a:rPr kumimoji="1" lang="en-US" altLang="zh-CN" sz="1000" b="0" dirty="0">
                <a:solidFill>
                  <a:schemeClr val="bg1"/>
                </a:solidFill>
              </a:rPr>
              <a:t>177</a:t>
            </a:r>
          </a:p>
          <a:p>
            <a:pPr marL="0" marR="0" indent="0" algn="ctr" defTabSz="914400" rtl="0" eaLnBrk="1" fontAlgn="auto" latinLnBrk="0" hangingPunct="1">
              <a:lnSpc>
                <a:spcPct val="100000"/>
              </a:lnSpc>
              <a:spcBef>
                <a:spcPts val="0"/>
              </a:spcBef>
              <a:spcAft>
                <a:spcPts val="0"/>
              </a:spcAft>
              <a:buClrTx/>
              <a:buSzTx/>
              <a:buFontTx/>
              <a:buNone/>
            </a:pPr>
            <a:r>
              <a:rPr kumimoji="1" lang="en-US" altLang="zh-CN" sz="1000" b="0" dirty="0"/>
              <a:t>#A894B1</a:t>
            </a:r>
          </a:p>
        </p:txBody>
      </p:sp>
      <p:sp>
        <p:nvSpPr>
          <p:cNvPr id="1048582" name="矩形 19"/>
          <p:cNvSpPr/>
          <p:nvPr userDrawn="1"/>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t>102</a:t>
            </a:r>
          </a:p>
          <a:p>
            <a:pPr algn="ctr"/>
            <a:r>
              <a:rPr kumimoji="1" lang="en-US" altLang="zh-CN" sz="1000" b="0" dirty="0"/>
              <a:t>8</a:t>
            </a:r>
          </a:p>
          <a:p>
            <a:pPr algn="ctr"/>
            <a:r>
              <a:rPr kumimoji="1" lang="en-US" altLang="zh-CN" sz="1000" b="0" dirty="0"/>
              <a:t>116</a:t>
            </a:r>
          </a:p>
          <a:p>
            <a:pPr algn="ctr"/>
            <a:r>
              <a:rPr kumimoji="1" lang="en-US" altLang="zh-CN" sz="1000" b="0" dirty="0"/>
              <a:t>#660874</a:t>
            </a:r>
          </a:p>
        </p:txBody>
      </p:sp>
      <p:sp>
        <p:nvSpPr>
          <p:cNvPr id="1048583" name="矩形 20"/>
          <p:cNvSpPr/>
          <p:nvPr userDrawn="1"/>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30</a:t>
            </a:r>
          </a:p>
          <a:p>
            <a:pPr algn="ctr"/>
            <a:r>
              <a:rPr kumimoji="1" lang="en-US" altLang="zh-CN" sz="1000" b="0" dirty="0">
                <a:solidFill>
                  <a:schemeClr val="bg1"/>
                </a:solidFill>
              </a:rPr>
              <a:t>142</a:t>
            </a:r>
          </a:p>
          <a:p>
            <a:pPr algn="ctr"/>
            <a:r>
              <a:rPr kumimoji="1" lang="en-US" altLang="zh-CN" sz="1000" b="0" dirty="0">
                <a:solidFill>
                  <a:schemeClr val="bg1"/>
                </a:solidFill>
              </a:rPr>
              <a:t>148</a:t>
            </a:r>
          </a:p>
          <a:p>
            <a:pPr algn="ctr"/>
            <a:r>
              <a:rPr kumimoji="1" lang="en-US" altLang="zh-CN" sz="1000" b="0" dirty="0">
                <a:solidFill>
                  <a:schemeClr val="bg1"/>
                </a:solidFill>
              </a:rPr>
              <a:t>#1E8E94</a:t>
            </a:r>
          </a:p>
        </p:txBody>
      </p:sp>
      <p:sp>
        <p:nvSpPr>
          <p:cNvPr id="1048584" name="矩形 21"/>
          <p:cNvSpPr/>
          <p:nvPr userDrawn="1"/>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tx1"/>
                </a:solidFill>
              </a:rPr>
              <a:t>229</a:t>
            </a:r>
          </a:p>
          <a:p>
            <a:pPr algn="ctr"/>
            <a:r>
              <a:rPr kumimoji="1" lang="en-US" altLang="zh-CN" sz="1000" b="0" dirty="0">
                <a:solidFill>
                  <a:schemeClr val="tx1"/>
                </a:solidFill>
              </a:rPr>
              <a:t>230</a:t>
            </a:r>
          </a:p>
          <a:p>
            <a:pPr algn="ctr"/>
            <a:r>
              <a:rPr kumimoji="1" lang="en-US" altLang="zh-CN" sz="1000" b="0" dirty="0">
                <a:solidFill>
                  <a:schemeClr val="tx1"/>
                </a:solidFill>
              </a:rPr>
              <a:t>233</a:t>
            </a:r>
          </a:p>
          <a:p>
            <a:pPr algn="ctr"/>
            <a:r>
              <a:rPr kumimoji="1" lang="en-US" altLang="zh-CN" sz="1000" b="0" dirty="0">
                <a:solidFill>
                  <a:schemeClr val="tx1"/>
                </a:solidFill>
              </a:rPr>
              <a:t>#E5E6E9</a:t>
            </a:r>
          </a:p>
        </p:txBody>
      </p:sp>
      <p:sp>
        <p:nvSpPr>
          <p:cNvPr id="1048585" name="矩形 22"/>
          <p:cNvSpPr/>
          <p:nvPr userDrawn="1"/>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72</a:t>
            </a:r>
          </a:p>
          <a:p>
            <a:pPr algn="ctr"/>
            <a:r>
              <a:rPr kumimoji="1" lang="en-US" altLang="zh-CN" sz="1000" b="0" dirty="0">
                <a:solidFill>
                  <a:schemeClr val="bg1"/>
                </a:solidFill>
              </a:rPr>
              <a:t>187</a:t>
            </a:r>
          </a:p>
          <a:p>
            <a:pPr algn="ctr"/>
            <a:r>
              <a:rPr kumimoji="1" lang="en-US" altLang="zh-CN" sz="1000" b="0" dirty="0">
                <a:solidFill>
                  <a:schemeClr val="bg1"/>
                </a:solidFill>
              </a:rPr>
              <a:t>0</a:t>
            </a:r>
          </a:p>
          <a:p>
            <a:pPr algn="ctr"/>
            <a:r>
              <a:rPr kumimoji="1" lang="en-US" altLang="zh-CN" sz="1000" b="0" dirty="0">
                <a:solidFill>
                  <a:schemeClr val="bg1"/>
                </a:solidFill>
              </a:rPr>
              <a:t>#48BB00</a:t>
            </a:r>
          </a:p>
        </p:txBody>
      </p:sp>
      <p:sp>
        <p:nvSpPr>
          <p:cNvPr id="1048586" name="矩形 23"/>
          <p:cNvSpPr/>
          <p:nvPr userDrawn="1"/>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164</a:t>
            </a:r>
          </a:p>
          <a:p>
            <a:pPr algn="ctr"/>
            <a:r>
              <a:rPr kumimoji="1" lang="en-US" altLang="zh-CN" sz="1000" b="0" dirty="0">
                <a:solidFill>
                  <a:schemeClr val="bg1"/>
                </a:solidFill>
              </a:rPr>
              <a:t>212</a:t>
            </a:r>
          </a:p>
          <a:p>
            <a:pPr algn="ctr"/>
            <a:r>
              <a:rPr kumimoji="1" lang="en-US" altLang="zh-CN" sz="1000" b="0" dirty="0">
                <a:solidFill>
                  <a:schemeClr val="bg1"/>
                </a:solidFill>
              </a:rPr>
              <a:t>135</a:t>
            </a:r>
          </a:p>
          <a:p>
            <a:pPr algn="ctr"/>
            <a:r>
              <a:rPr kumimoji="1" lang="en-US" altLang="zh-CN" sz="1000" b="0" dirty="0">
                <a:solidFill>
                  <a:schemeClr val="bg1"/>
                </a:solidFill>
              </a:rPr>
              <a:t>#</a:t>
            </a:r>
            <a:r>
              <a:rPr kumimoji="1" lang="fi-FI" altLang="zh-CN" sz="1000" b="0" dirty="0">
                <a:solidFill>
                  <a:schemeClr val="bg1"/>
                </a:solidFill>
              </a:rPr>
              <a:t>A4D487</a:t>
            </a:r>
            <a:endParaRPr kumimoji="1" lang="en-US" altLang="zh-CN" sz="1000" b="0" dirty="0">
              <a:solidFill>
                <a:schemeClr val="bg1"/>
              </a:solidFill>
            </a:endParaRPr>
          </a:p>
        </p:txBody>
      </p:sp>
      <p:pic>
        <p:nvPicPr>
          <p:cNvPr id="2097152" name="图片 24"/>
          <p:cNvPicPr>
            <a:picLocks noChangeAspect="1"/>
          </p:cNvPicPr>
          <p:nvPr userDrawn="1"/>
        </p:nvPicPr>
        <p:blipFill>
          <a:blip r:embed="rId16" cstate="screen"/>
          <a:stretch>
            <a:fillRect/>
          </a:stretch>
        </p:blipFill>
        <p:spPr>
          <a:xfrm>
            <a:off x="-1883528" y="3610344"/>
            <a:ext cx="1616008" cy="391986"/>
          </a:xfrm>
          <a:prstGeom prst="rect">
            <a:avLst/>
          </a:prstGeom>
        </p:spPr>
      </p:pic>
      <p:sp>
        <p:nvSpPr>
          <p:cNvPr id="1048587" name="文本框 3"/>
          <p:cNvSpPr txBox="1"/>
          <p:nvPr userDrawn="1"/>
        </p:nvSpPr>
        <p:spPr>
          <a:xfrm>
            <a:off x="5215976" y="6554441"/>
            <a:ext cx="4075584" cy="230832"/>
          </a:xfrm>
          <a:prstGeom prst="rect">
            <a:avLst/>
          </a:prstGeom>
          <a:noFill/>
        </p:spPr>
        <p:txBody>
          <a:bodyPr wrap="square" rtlCol="0">
            <a:spAutoFit/>
          </a:bodyPr>
          <a:lstStyle/>
          <a:p>
            <a:r>
              <a:rPr lang="zh-CN" altLang="en-US" sz="900" b="0" i="0" baseline="0" dirty="0">
                <a:solidFill>
                  <a:srgbClr val="898989"/>
                </a:solidFill>
                <a:latin typeface="Arial" panose="020B0604020202020204" pitchFamily="34" charset="0"/>
                <a:ea typeface="黑体" panose="02010609060101010101" pitchFamily="49" charset="-122"/>
                <a:cs typeface="思源黑体 CN Light" panose="020B0300000000000000" charset="-122"/>
              </a:rPr>
              <a:t>文件密级：二级</a:t>
            </a:r>
            <a:endParaRPr lang="hr-HR" altLang="zh-CN" sz="900" b="0" i="0" baseline="0" dirty="0">
              <a:solidFill>
                <a:srgbClr val="898989"/>
              </a:solidFill>
              <a:latin typeface="Arial" panose="020B0604020202020204" pitchFamily="34" charset="0"/>
              <a:ea typeface="黑体" panose="02010609060101010101" pitchFamily="49" charset="-122"/>
              <a:cs typeface="思源黑体 CN Light" panose="020B0300000000000000" charset="-122"/>
            </a:endParaRPr>
          </a:p>
        </p:txBody>
      </p:sp>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1" r:id="rId8"/>
    <p:sldLayoutId id="2147483742" r:id="rId9"/>
    <p:sldLayoutId id="2147483744" r:id="rId10"/>
    <p:sldLayoutId id="2147483745" r:id="rId11"/>
    <p:sldLayoutId id="2147483746" r:id="rId12"/>
    <p:sldLayoutId id="2147483747" r:id="rId13"/>
    <p:sldLayoutId id="2147483749"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a:noFill/>
        </p:spPr>
        <p:txBody>
          <a:bodyPr vert="horz" lIns="91440" tIns="45720" rIns="91440" bIns="45720" rtlCol="0" anchor="ctr">
            <a:normAutofit/>
          </a:bodyPr>
          <a:lstStyle/>
          <a:p>
            <a:r>
              <a:rPr kumimoji="1" lang="zh-CN" altLang="en-US" dirty="0"/>
              <a:t>单击此处编辑母版标题样式</a:t>
            </a:r>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048578" name="文本框 13"/>
          <p:cNvSpPr txBox="1"/>
          <p:nvPr userDrawn="1"/>
        </p:nvSpPr>
        <p:spPr>
          <a:xfrm>
            <a:off x="10715725" y="6538912"/>
            <a:ext cx="1276149" cy="246221"/>
          </a:xfrm>
          <a:prstGeom prst="rect">
            <a:avLst/>
          </a:prstGeom>
          <a:noFill/>
        </p:spPr>
        <p:txBody>
          <a:bodyPr wrap="square" rtlCol="0">
            <a:spAutoFit/>
          </a:bodyPr>
          <a:lstStyle/>
          <a:p>
            <a:pPr algn="r"/>
            <a:fld id="{296E4521-5E5E-1A45-BB7B-23A14DB8FCED}" type="slidenum">
              <a:rPr kumimoji="1" lang="zh-CN" altLang="en-US" sz="1000" b="0" i="0" baseline="0" smtClean="0">
                <a:solidFill>
                  <a:srgbClr val="898989"/>
                </a:solidFill>
                <a:latin typeface="Arial" panose="020B0604020202020204" pitchFamily="34" charset="0"/>
                <a:ea typeface="黑体" panose="02010609060101010101" pitchFamily="49" charset="-122"/>
                <a:cs typeface="思源黑体 CN Light" panose="020B0300000000000000" charset="-122"/>
              </a:rPr>
              <a:t>‹#›</a:t>
            </a:fld>
            <a:endParaRPr kumimoji="1" lang="zh-CN" altLang="en-US" sz="1000" b="0" i="0" baseline="0">
              <a:solidFill>
                <a:srgbClr val="898989"/>
              </a:solidFill>
              <a:latin typeface="Arial" panose="020B0604020202020204" pitchFamily="34" charset="0"/>
              <a:ea typeface="黑体" panose="02010609060101010101" pitchFamily="49" charset="-122"/>
              <a:cs typeface="思源黑体 CN Light" panose="020B0300000000000000" charset="-122"/>
            </a:endParaRPr>
          </a:p>
        </p:txBody>
      </p:sp>
      <p:sp>
        <p:nvSpPr>
          <p:cNvPr id="1048580" name="矩形 17"/>
          <p:cNvSpPr/>
          <p:nvPr userDrawn="1"/>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zh-CN" sz="1200" b="0" dirty="0"/>
          </a:p>
        </p:txBody>
      </p:sp>
      <p:sp>
        <p:nvSpPr>
          <p:cNvPr id="1048581" name="矩形 18"/>
          <p:cNvSpPr/>
          <p:nvPr userDrawn="1"/>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168</a:t>
            </a:r>
          </a:p>
          <a:p>
            <a:pPr algn="ctr"/>
            <a:r>
              <a:rPr kumimoji="1" lang="en-US" altLang="zh-CN" sz="1000" b="0" dirty="0">
                <a:solidFill>
                  <a:schemeClr val="bg1"/>
                </a:solidFill>
              </a:rPr>
              <a:t>148</a:t>
            </a:r>
          </a:p>
          <a:p>
            <a:pPr algn="ctr"/>
            <a:r>
              <a:rPr kumimoji="1" lang="en-US" altLang="zh-CN" sz="1000" b="0" dirty="0">
                <a:solidFill>
                  <a:schemeClr val="bg1"/>
                </a:solidFill>
              </a:rPr>
              <a:t>177</a:t>
            </a:r>
          </a:p>
          <a:p>
            <a:pPr marL="0" marR="0" indent="0" algn="ctr" defTabSz="914400" rtl="0" eaLnBrk="1" fontAlgn="auto" latinLnBrk="0" hangingPunct="1">
              <a:lnSpc>
                <a:spcPct val="100000"/>
              </a:lnSpc>
              <a:spcBef>
                <a:spcPts val="0"/>
              </a:spcBef>
              <a:spcAft>
                <a:spcPts val="0"/>
              </a:spcAft>
              <a:buClrTx/>
              <a:buSzTx/>
              <a:buFontTx/>
              <a:buNone/>
            </a:pPr>
            <a:r>
              <a:rPr kumimoji="1" lang="en-US" altLang="zh-CN" sz="1000" b="0" dirty="0"/>
              <a:t>#A894B1</a:t>
            </a:r>
          </a:p>
        </p:txBody>
      </p:sp>
      <p:sp>
        <p:nvSpPr>
          <p:cNvPr id="1048582" name="矩形 19"/>
          <p:cNvSpPr/>
          <p:nvPr userDrawn="1"/>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t>102</a:t>
            </a:r>
          </a:p>
          <a:p>
            <a:pPr algn="ctr"/>
            <a:r>
              <a:rPr kumimoji="1" lang="en-US" altLang="zh-CN" sz="1000" b="0" dirty="0"/>
              <a:t>8</a:t>
            </a:r>
          </a:p>
          <a:p>
            <a:pPr algn="ctr"/>
            <a:r>
              <a:rPr kumimoji="1" lang="en-US" altLang="zh-CN" sz="1000" b="0" dirty="0"/>
              <a:t>116</a:t>
            </a:r>
          </a:p>
          <a:p>
            <a:pPr algn="ctr"/>
            <a:r>
              <a:rPr kumimoji="1" lang="en-US" altLang="zh-CN" sz="1000" b="0" dirty="0"/>
              <a:t>#660874</a:t>
            </a:r>
          </a:p>
        </p:txBody>
      </p:sp>
      <p:sp>
        <p:nvSpPr>
          <p:cNvPr id="1048583" name="矩形 20"/>
          <p:cNvSpPr/>
          <p:nvPr userDrawn="1"/>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30</a:t>
            </a:r>
          </a:p>
          <a:p>
            <a:pPr algn="ctr"/>
            <a:r>
              <a:rPr kumimoji="1" lang="en-US" altLang="zh-CN" sz="1000" b="0" dirty="0">
                <a:solidFill>
                  <a:schemeClr val="bg1"/>
                </a:solidFill>
              </a:rPr>
              <a:t>142</a:t>
            </a:r>
          </a:p>
          <a:p>
            <a:pPr algn="ctr"/>
            <a:r>
              <a:rPr kumimoji="1" lang="en-US" altLang="zh-CN" sz="1000" b="0" dirty="0">
                <a:solidFill>
                  <a:schemeClr val="bg1"/>
                </a:solidFill>
              </a:rPr>
              <a:t>148</a:t>
            </a:r>
          </a:p>
          <a:p>
            <a:pPr algn="ctr"/>
            <a:r>
              <a:rPr kumimoji="1" lang="en-US" altLang="zh-CN" sz="1000" b="0" dirty="0">
                <a:solidFill>
                  <a:schemeClr val="bg1"/>
                </a:solidFill>
              </a:rPr>
              <a:t>#1E8E94</a:t>
            </a:r>
          </a:p>
        </p:txBody>
      </p:sp>
      <p:sp>
        <p:nvSpPr>
          <p:cNvPr id="1048584" name="矩形 21"/>
          <p:cNvSpPr/>
          <p:nvPr userDrawn="1"/>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tx1"/>
                </a:solidFill>
              </a:rPr>
              <a:t>229</a:t>
            </a:r>
          </a:p>
          <a:p>
            <a:pPr algn="ctr"/>
            <a:r>
              <a:rPr kumimoji="1" lang="en-US" altLang="zh-CN" sz="1000" b="0" dirty="0">
                <a:solidFill>
                  <a:schemeClr val="tx1"/>
                </a:solidFill>
              </a:rPr>
              <a:t>230</a:t>
            </a:r>
          </a:p>
          <a:p>
            <a:pPr algn="ctr"/>
            <a:r>
              <a:rPr kumimoji="1" lang="en-US" altLang="zh-CN" sz="1000" b="0" dirty="0">
                <a:solidFill>
                  <a:schemeClr val="tx1"/>
                </a:solidFill>
              </a:rPr>
              <a:t>233</a:t>
            </a:r>
          </a:p>
          <a:p>
            <a:pPr algn="ctr"/>
            <a:r>
              <a:rPr kumimoji="1" lang="en-US" altLang="zh-CN" sz="1000" b="0" dirty="0">
                <a:solidFill>
                  <a:schemeClr val="tx1"/>
                </a:solidFill>
              </a:rPr>
              <a:t>#E5E6E9</a:t>
            </a:r>
          </a:p>
        </p:txBody>
      </p:sp>
      <p:sp>
        <p:nvSpPr>
          <p:cNvPr id="1048585" name="矩形 22"/>
          <p:cNvSpPr/>
          <p:nvPr userDrawn="1"/>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72</a:t>
            </a:r>
          </a:p>
          <a:p>
            <a:pPr algn="ctr"/>
            <a:r>
              <a:rPr kumimoji="1" lang="en-US" altLang="zh-CN" sz="1000" b="0" dirty="0">
                <a:solidFill>
                  <a:schemeClr val="bg1"/>
                </a:solidFill>
              </a:rPr>
              <a:t>187</a:t>
            </a:r>
          </a:p>
          <a:p>
            <a:pPr algn="ctr"/>
            <a:r>
              <a:rPr kumimoji="1" lang="en-US" altLang="zh-CN" sz="1000" b="0" dirty="0">
                <a:solidFill>
                  <a:schemeClr val="bg1"/>
                </a:solidFill>
              </a:rPr>
              <a:t>0</a:t>
            </a:r>
          </a:p>
          <a:p>
            <a:pPr algn="ctr"/>
            <a:r>
              <a:rPr kumimoji="1" lang="en-US" altLang="zh-CN" sz="1000" b="0" dirty="0">
                <a:solidFill>
                  <a:schemeClr val="bg1"/>
                </a:solidFill>
              </a:rPr>
              <a:t>#48BB00</a:t>
            </a:r>
          </a:p>
        </p:txBody>
      </p:sp>
      <p:sp>
        <p:nvSpPr>
          <p:cNvPr id="1048586" name="矩形 23"/>
          <p:cNvSpPr/>
          <p:nvPr userDrawn="1"/>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000" b="0" dirty="0">
                <a:solidFill>
                  <a:schemeClr val="bg1"/>
                </a:solidFill>
              </a:rPr>
              <a:t>164</a:t>
            </a:r>
          </a:p>
          <a:p>
            <a:pPr algn="ctr"/>
            <a:r>
              <a:rPr kumimoji="1" lang="en-US" altLang="zh-CN" sz="1000" b="0" dirty="0">
                <a:solidFill>
                  <a:schemeClr val="bg1"/>
                </a:solidFill>
              </a:rPr>
              <a:t>212</a:t>
            </a:r>
          </a:p>
          <a:p>
            <a:pPr algn="ctr"/>
            <a:r>
              <a:rPr kumimoji="1" lang="en-US" altLang="zh-CN" sz="1000" b="0" dirty="0">
                <a:solidFill>
                  <a:schemeClr val="bg1"/>
                </a:solidFill>
              </a:rPr>
              <a:t>135</a:t>
            </a:r>
          </a:p>
          <a:p>
            <a:pPr algn="ctr"/>
            <a:r>
              <a:rPr kumimoji="1" lang="en-US" altLang="zh-CN" sz="1000" b="0" dirty="0">
                <a:solidFill>
                  <a:schemeClr val="bg1"/>
                </a:solidFill>
              </a:rPr>
              <a:t>#</a:t>
            </a:r>
            <a:r>
              <a:rPr kumimoji="1" lang="fi-FI" altLang="zh-CN" sz="1000" b="0" dirty="0">
                <a:solidFill>
                  <a:schemeClr val="bg1"/>
                </a:solidFill>
              </a:rPr>
              <a:t>A4D487</a:t>
            </a:r>
            <a:endParaRPr kumimoji="1" lang="en-US" altLang="zh-CN" sz="1000" b="0" dirty="0">
              <a:solidFill>
                <a:schemeClr val="bg1"/>
              </a:solidFill>
            </a:endParaRPr>
          </a:p>
        </p:txBody>
      </p:sp>
      <p:pic>
        <p:nvPicPr>
          <p:cNvPr id="2097152" name="图片 24"/>
          <p:cNvPicPr>
            <a:picLocks noChangeAspect="1"/>
          </p:cNvPicPr>
          <p:nvPr userDrawn="1"/>
        </p:nvPicPr>
        <p:blipFill>
          <a:blip r:embed="rId2" cstate="screen"/>
          <a:stretch>
            <a:fillRect/>
          </a:stretch>
        </p:blipFill>
        <p:spPr>
          <a:xfrm>
            <a:off x="-1883528" y="3610344"/>
            <a:ext cx="1616008" cy="391986"/>
          </a:xfrm>
          <a:prstGeom prst="rect">
            <a:avLst/>
          </a:prstGeom>
        </p:spPr>
      </p:pic>
    </p:spTree>
    <p:extLst>
      <p:ext uri="{BB962C8B-B14F-4D97-AF65-F5344CB8AC3E}">
        <p14:creationId xmlns:p14="http://schemas.microsoft.com/office/powerpoint/2010/main" val="681558005"/>
      </p:ext>
    </p:extLst>
  </p:cSld>
  <p:clrMap bg1="lt1" tx1="dk1" bg2="lt2" tx2="dk2" accent1="accent1" accent2="accent2" accent3="accent3" accent4="accent4" accent5="accent5" accent6="accent6" hlink="hlink" folHlink="folHlink"/>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github.com/deepseek-ai/DeepGEMM/" TargetMode="Externa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1.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1.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1" name="标题 3"/>
          <p:cNvSpPr>
            <a:spLocks noGrp="1"/>
          </p:cNvSpPr>
          <p:nvPr>
            <p:ph type="ctrTitle"/>
          </p:nvPr>
        </p:nvSpPr>
        <p:spPr>
          <a:xfrm>
            <a:off x="743984" y="2388118"/>
            <a:ext cx="9456655" cy="1369968"/>
          </a:xfrm>
        </p:spPr>
        <p:txBody>
          <a:bodyPr>
            <a:normAutofit/>
          </a:bodyPr>
          <a:lstStyle/>
          <a:p>
            <a:r>
              <a:rPr lang="en-US" altLang="zh-CN" dirty="0"/>
              <a:t>MACA</a:t>
            </a:r>
            <a:r>
              <a:rPr lang="zh-CN" altLang="en-US" dirty="0"/>
              <a:t>平台</a:t>
            </a:r>
            <a:r>
              <a:rPr lang="en-US" altLang="zh-CN" dirty="0" err="1"/>
              <a:t>DSA_Indexer</a:t>
            </a:r>
            <a:r>
              <a:rPr lang="zh-CN" altLang="en-US" dirty="0"/>
              <a:t>算子介绍</a:t>
            </a:r>
          </a:p>
        </p:txBody>
      </p:sp>
      <p:sp>
        <p:nvSpPr>
          <p:cNvPr id="3" name="副标题 2">
            <a:extLst>
              <a:ext uri="{FF2B5EF4-FFF2-40B4-BE49-F238E27FC236}">
                <a16:creationId xmlns:a16="http://schemas.microsoft.com/office/drawing/2014/main" id="{4A1EA405-BC21-467C-B11B-B3D435520B03}"/>
              </a:ext>
            </a:extLst>
          </p:cNvPr>
          <p:cNvSpPr>
            <a:spLocks noGrp="1"/>
          </p:cNvSpPr>
          <p:nvPr>
            <p:ph type="subTitle" idx="1"/>
          </p:nvPr>
        </p:nvSpPr>
        <p:spPr/>
        <p:txBody>
          <a:bodyPr/>
          <a:lstStyle/>
          <a:p>
            <a:r>
              <a:rPr lang="zh-CN" altLang="en-US" dirty="0"/>
              <a:t>沐曦集成电路（上海）股份有限公司</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0DF0F23-059B-49AF-A139-8A35236086F2}"/>
              </a:ext>
            </a:extLst>
          </p:cNvPr>
          <p:cNvPicPr>
            <a:picLocks noChangeAspect="1"/>
          </p:cNvPicPr>
          <p:nvPr/>
        </p:nvPicPr>
        <p:blipFill rotWithShape="1">
          <a:blip r:embed="rId2"/>
          <a:srcRect t="12168" b="15127"/>
          <a:stretch/>
        </p:blipFill>
        <p:spPr>
          <a:xfrm>
            <a:off x="5937006" y="4836896"/>
            <a:ext cx="6245122" cy="374174"/>
          </a:xfrm>
          <a:prstGeom prst="rect">
            <a:avLst/>
          </a:prstGeom>
        </p:spPr>
      </p:pic>
      <p:sp>
        <p:nvSpPr>
          <p:cNvPr id="2" name="内容占位符 1">
            <a:extLst>
              <a:ext uri="{FF2B5EF4-FFF2-40B4-BE49-F238E27FC236}">
                <a16:creationId xmlns:a16="http://schemas.microsoft.com/office/drawing/2014/main" id="{62F270B7-02BC-40BE-8C38-2D9E2ABB424E}"/>
              </a:ext>
            </a:extLst>
          </p:cNvPr>
          <p:cNvSpPr>
            <a:spLocks noGrp="1"/>
          </p:cNvSpPr>
          <p:nvPr>
            <p:ph sz="half" idx="1"/>
          </p:nvPr>
        </p:nvSpPr>
        <p:spPr>
          <a:xfrm>
            <a:off x="838199" y="1074490"/>
            <a:ext cx="3969414" cy="5102473"/>
          </a:xfrm>
        </p:spPr>
        <p:txBody>
          <a:bodyPr>
            <a:normAutofit fontScale="85000" lnSpcReduction="20000"/>
          </a:bodyPr>
          <a:lstStyle/>
          <a:p>
            <a:r>
              <a:rPr lang="en-US" altLang="zh-CN" dirty="0"/>
              <a:t>Lightning Indexer</a:t>
            </a:r>
            <a:r>
              <a:rPr lang="zh-CN" altLang="en-US" dirty="0"/>
              <a:t>：</a:t>
            </a:r>
            <a:endParaRPr lang="en-US" altLang="zh-CN" dirty="0"/>
          </a:p>
          <a:p>
            <a:pPr lvl="1"/>
            <a:r>
              <a:rPr lang="zh-CN" altLang="en-US" dirty="0"/>
              <a:t>轻量级 </a:t>
            </a:r>
            <a:r>
              <a:rPr lang="en-US" altLang="zh-CN" dirty="0"/>
              <a:t>KV </a:t>
            </a:r>
            <a:r>
              <a:rPr lang="zh-CN" altLang="en-US" dirty="0"/>
              <a:t>选择器，用于为每个 </a:t>
            </a:r>
            <a:r>
              <a:rPr lang="en-US" altLang="zh-CN" dirty="0"/>
              <a:t>query token </a:t>
            </a:r>
            <a:r>
              <a:rPr lang="zh-CN" altLang="en-US" dirty="0"/>
              <a:t>选出最相关的 </a:t>
            </a:r>
            <a:r>
              <a:rPr lang="en-US" altLang="zh-CN" dirty="0"/>
              <a:t>key-value tokens</a:t>
            </a:r>
            <a:r>
              <a:rPr lang="zh-CN" altLang="en-US" dirty="0"/>
              <a:t>，极大减少后续</a:t>
            </a:r>
            <a:r>
              <a:rPr lang="en-US" altLang="zh-CN" dirty="0"/>
              <a:t>Attention</a:t>
            </a:r>
            <a:r>
              <a:rPr lang="zh-CN" altLang="en-US" dirty="0"/>
              <a:t>计算量</a:t>
            </a:r>
            <a:endParaRPr lang="en-US" altLang="zh-CN" dirty="0"/>
          </a:p>
          <a:p>
            <a:r>
              <a:rPr lang="zh-CN" altLang="en-US" dirty="0"/>
              <a:t>核心思路：</a:t>
            </a:r>
            <a:endParaRPr lang="en-US" altLang="zh-CN" dirty="0"/>
          </a:p>
          <a:p>
            <a:pPr lvl="1"/>
            <a:r>
              <a:rPr lang="zh-CN" altLang="en-US" dirty="0"/>
              <a:t>先粗选，再细算，廉价海选 </a:t>
            </a:r>
            <a:r>
              <a:rPr lang="en-US" altLang="zh-CN" dirty="0"/>
              <a:t>+ </a:t>
            </a:r>
            <a:r>
              <a:rPr lang="zh-CN" altLang="en-US" dirty="0"/>
              <a:t>昂贵精算</a:t>
            </a:r>
            <a:endParaRPr lang="en-US" altLang="zh-CN" dirty="0"/>
          </a:p>
          <a:p>
            <a:pPr lvl="1"/>
            <a:r>
              <a:rPr lang="en-US" altLang="zh-CN" dirty="0"/>
              <a:t>Indexer 8bit</a:t>
            </a:r>
            <a:r>
              <a:rPr lang="zh-CN" altLang="en-US" dirty="0"/>
              <a:t>无 </a:t>
            </a:r>
            <a:r>
              <a:rPr lang="en-US" altLang="zh-CN" dirty="0" err="1"/>
              <a:t>softmax</a:t>
            </a:r>
            <a:r>
              <a:rPr lang="en-US" altLang="zh-CN" dirty="0"/>
              <a:t> </a:t>
            </a:r>
            <a:r>
              <a:rPr lang="zh-CN" altLang="en-US" dirty="0"/>
              <a:t>的极简打分器遍历全量历史，把 高精度</a:t>
            </a:r>
            <a:r>
              <a:rPr lang="en-US" altLang="zh-CN" dirty="0"/>
              <a:t>Attention </a:t>
            </a:r>
            <a:r>
              <a:rPr lang="zh-CN" altLang="en-US" dirty="0"/>
              <a:t>工作集压到 </a:t>
            </a:r>
            <a:r>
              <a:rPr lang="en-US" altLang="zh-CN" dirty="0"/>
              <a:t>top-2048</a:t>
            </a:r>
          </a:p>
          <a:p>
            <a:pPr lvl="1"/>
            <a:r>
              <a:rPr lang="zh-CN" altLang="en-US" dirty="0"/>
              <a:t>从计算结构上，与</a:t>
            </a:r>
            <a:r>
              <a:rPr lang="en-US" altLang="zh-CN" dirty="0"/>
              <a:t>MLA</a:t>
            </a:r>
            <a:r>
              <a:rPr lang="zh-CN" altLang="en-US" dirty="0"/>
              <a:t>非常相似，基于</a:t>
            </a:r>
            <a:r>
              <a:rPr lang="en-US" altLang="zh-CN" dirty="0"/>
              <a:t>MQA</a:t>
            </a:r>
            <a:r>
              <a:rPr lang="zh-CN" altLang="en-US" dirty="0"/>
              <a:t>模式进行计算</a:t>
            </a:r>
            <a:endParaRPr lang="en-US" altLang="zh-CN" dirty="0"/>
          </a:p>
          <a:p>
            <a:r>
              <a:rPr lang="en-US" altLang="zh-CN" dirty="0">
                <a:latin typeface="Twemoji Country Flags"/>
              </a:rPr>
              <a:t>Page</a:t>
            </a:r>
            <a:r>
              <a:rPr lang="zh-CN" altLang="en-US" dirty="0">
                <a:latin typeface="Twemoji Country Flags"/>
              </a:rPr>
              <a:t>分页</a:t>
            </a:r>
            <a:r>
              <a:rPr lang="zh-CN" altLang="en-US" b="0" i="0" dirty="0">
                <a:effectLst/>
                <a:latin typeface="Twemoji Country Flags"/>
              </a:rPr>
              <a:t>：</a:t>
            </a:r>
            <a:endParaRPr lang="en-US" altLang="zh-CN" b="0" i="0" dirty="0">
              <a:effectLst/>
              <a:latin typeface="Twemoji Country Flags"/>
            </a:endParaRPr>
          </a:p>
          <a:p>
            <a:pPr lvl="1"/>
            <a:r>
              <a:rPr lang="zh-CN" altLang="en-US" b="0" i="0" dirty="0">
                <a:effectLst/>
                <a:latin typeface="Twemoji Country Flags"/>
              </a:rPr>
              <a:t>在分页管理中，</a:t>
            </a:r>
            <a:r>
              <a:rPr lang="en-US" altLang="zh-CN" b="0" i="0" dirty="0">
                <a:effectLst/>
                <a:latin typeface="Twemoji Country Flags"/>
              </a:rPr>
              <a:t>Indexer </a:t>
            </a:r>
            <a:r>
              <a:rPr lang="zh-CN" altLang="en-US" b="0" i="0" dirty="0">
                <a:effectLst/>
                <a:latin typeface="Twemoji Country Flags"/>
              </a:rPr>
              <a:t>将</a:t>
            </a:r>
            <a:r>
              <a:rPr lang="en-US" altLang="zh-CN" b="0" i="0" dirty="0">
                <a:effectLst/>
                <a:latin typeface="Twemoji Country Flags"/>
              </a:rPr>
              <a:t>token </a:t>
            </a:r>
            <a:r>
              <a:rPr lang="zh-CN" altLang="en-US" b="0" i="0" dirty="0">
                <a:effectLst/>
                <a:latin typeface="Twemoji Country Flags"/>
              </a:rPr>
              <a:t>的序列索引映射到分页地址，避免连续内存分配（类似操作系统的虚拟内存分页）</a:t>
            </a:r>
          </a:p>
          <a:p>
            <a:endParaRPr lang="zh-CN" altLang="en-US" dirty="0"/>
          </a:p>
        </p:txBody>
      </p:sp>
      <p:sp>
        <p:nvSpPr>
          <p:cNvPr id="3" name="标题 2">
            <a:extLst>
              <a:ext uri="{FF2B5EF4-FFF2-40B4-BE49-F238E27FC236}">
                <a16:creationId xmlns:a16="http://schemas.microsoft.com/office/drawing/2014/main" id="{747B4968-ECED-4AEE-98BF-870EDFC2008E}"/>
              </a:ext>
            </a:extLst>
          </p:cNvPr>
          <p:cNvSpPr>
            <a:spLocks noGrp="1"/>
          </p:cNvSpPr>
          <p:nvPr>
            <p:ph type="title"/>
          </p:nvPr>
        </p:nvSpPr>
        <p:spPr/>
        <p:txBody>
          <a:bodyPr/>
          <a:lstStyle/>
          <a:p>
            <a:r>
              <a:rPr lang="en-US" altLang="zh-CN" dirty="0"/>
              <a:t>DSA-Lightning Indexer</a:t>
            </a:r>
            <a:endParaRPr lang="zh-CN" altLang="en-US" dirty="0"/>
          </a:p>
        </p:txBody>
      </p:sp>
      <p:pic>
        <p:nvPicPr>
          <p:cNvPr id="5" name="图片 4">
            <a:extLst>
              <a:ext uri="{FF2B5EF4-FFF2-40B4-BE49-F238E27FC236}">
                <a16:creationId xmlns:a16="http://schemas.microsoft.com/office/drawing/2014/main" id="{F39B16AD-C08F-4E05-A60C-1339D9009F54}"/>
              </a:ext>
            </a:extLst>
          </p:cNvPr>
          <p:cNvPicPr>
            <a:picLocks noChangeAspect="1"/>
          </p:cNvPicPr>
          <p:nvPr/>
        </p:nvPicPr>
        <p:blipFill>
          <a:blip r:embed="rId3"/>
          <a:stretch>
            <a:fillRect/>
          </a:stretch>
        </p:blipFill>
        <p:spPr>
          <a:xfrm>
            <a:off x="5828195" y="45720"/>
            <a:ext cx="6318080" cy="3165747"/>
          </a:xfrm>
          <a:prstGeom prst="rect">
            <a:avLst/>
          </a:prstGeom>
        </p:spPr>
      </p:pic>
      <p:pic>
        <p:nvPicPr>
          <p:cNvPr id="7" name="图片 6">
            <a:extLst>
              <a:ext uri="{FF2B5EF4-FFF2-40B4-BE49-F238E27FC236}">
                <a16:creationId xmlns:a16="http://schemas.microsoft.com/office/drawing/2014/main" id="{59E0E46F-9C28-4307-A632-D00CB8CE376A}"/>
              </a:ext>
            </a:extLst>
          </p:cNvPr>
          <p:cNvPicPr>
            <a:picLocks noChangeAspect="1"/>
          </p:cNvPicPr>
          <p:nvPr/>
        </p:nvPicPr>
        <p:blipFill rotWithShape="1">
          <a:blip r:embed="rId4"/>
          <a:srcRect l="265" t="9533" r="2328" b="11950"/>
          <a:stretch/>
        </p:blipFill>
        <p:spPr>
          <a:xfrm>
            <a:off x="5965991" y="5383290"/>
            <a:ext cx="6115582" cy="593030"/>
          </a:xfrm>
          <a:prstGeom prst="rect">
            <a:avLst/>
          </a:prstGeom>
        </p:spPr>
      </p:pic>
      <p:sp>
        <p:nvSpPr>
          <p:cNvPr id="4" name="文本框 3">
            <a:extLst>
              <a:ext uri="{FF2B5EF4-FFF2-40B4-BE49-F238E27FC236}">
                <a16:creationId xmlns:a16="http://schemas.microsoft.com/office/drawing/2014/main" id="{C99FC0DC-3A45-4FCF-9067-7C1AC543E205}"/>
              </a:ext>
            </a:extLst>
          </p:cNvPr>
          <p:cNvSpPr txBox="1"/>
          <p:nvPr/>
        </p:nvSpPr>
        <p:spPr>
          <a:xfrm>
            <a:off x="4912648" y="4864483"/>
            <a:ext cx="1112808" cy="323727"/>
          </a:xfrm>
          <a:prstGeom prst="rect">
            <a:avLst/>
          </a:prstGeom>
          <a:solidFill>
            <a:schemeClr val="accent1">
              <a:alpha val="2000"/>
            </a:schemeClr>
          </a:solidFill>
          <a:ln>
            <a:solidFill>
              <a:schemeClr val="accent1"/>
            </a:solidFill>
          </a:ln>
        </p:spPr>
        <p:txBody>
          <a:bodyPr wrap="square" rtlCol="0" anchor="ctr">
            <a:noAutofit/>
          </a:bodyPr>
          <a:lstStyle/>
          <a:p>
            <a:pPr algn="ctr"/>
            <a:r>
              <a:rPr lang="zh-CN" altLang="en-US" sz="1400" dirty="0">
                <a:latin typeface="Arial" panose="020B0604020202020204" pitchFamily="34" charset="0"/>
                <a:ea typeface="黑体" panose="02010609060101010101" pitchFamily="49" charset="-122"/>
                <a:cs typeface="Arial" panose="020B0604020202020204" pitchFamily="34" charset="0"/>
              </a:rPr>
              <a:t>非分页形式</a:t>
            </a:r>
          </a:p>
        </p:txBody>
      </p:sp>
      <p:sp>
        <p:nvSpPr>
          <p:cNvPr id="8" name="文本框 7">
            <a:extLst>
              <a:ext uri="{FF2B5EF4-FFF2-40B4-BE49-F238E27FC236}">
                <a16:creationId xmlns:a16="http://schemas.microsoft.com/office/drawing/2014/main" id="{303F6F63-F559-4DA2-8E83-5491DD99B306}"/>
              </a:ext>
            </a:extLst>
          </p:cNvPr>
          <p:cNvSpPr txBox="1"/>
          <p:nvPr/>
        </p:nvSpPr>
        <p:spPr>
          <a:xfrm>
            <a:off x="4912648" y="5383290"/>
            <a:ext cx="1112808" cy="540274"/>
          </a:xfrm>
          <a:prstGeom prst="rect">
            <a:avLst/>
          </a:prstGeom>
          <a:solidFill>
            <a:schemeClr val="accent1">
              <a:alpha val="2000"/>
            </a:schemeClr>
          </a:solidFill>
          <a:ln>
            <a:solidFill>
              <a:schemeClr val="accent1"/>
            </a:solidFill>
          </a:ln>
        </p:spPr>
        <p:txBody>
          <a:bodyPr wrap="square" rtlCol="0" anchor="ctr">
            <a:noAutofit/>
          </a:bodyPr>
          <a:lstStyle/>
          <a:p>
            <a:pPr algn="ctr"/>
            <a:r>
              <a:rPr lang="zh-CN" altLang="en-US" sz="1400" dirty="0">
                <a:latin typeface="Arial" panose="020B0604020202020204" pitchFamily="34" charset="0"/>
                <a:ea typeface="黑体" panose="02010609060101010101" pitchFamily="49" charset="-122"/>
                <a:cs typeface="Arial" panose="020B0604020202020204" pitchFamily="34" charset="0"/>
              </a:rPr>
              <a:t>分页形式</a:t>
            </a:r>
          </a:p>
        </p:txBody>
      </p:sp>
      <p:pic>
        <p:nvPicPr>
          <p:cNvPr id="9" name="图片 8">
            <a:extLst>
              <a:ext uri="{FF2B5EF4-FFF2-40B4-BE49-F238E27FC236}">
                <a16:creationId xmlns:a16="http://schemas.microsoft.com/office/drawing/2014/main" id="{ADA75233-6958-44FE-87F8-852A2E69C12D}"/>
              </a:ext>
            </a:extLst>
          </p:cNvPr>
          <p:cNvPicPr>
            <a:picLocks noChangeAspect="1"/>
          </p:cNvPicPr>
          <p:nvPr/>
        </p:nvPicPr>
        <p:blipFill>
          <a:blip r:embed="rId5"/>
          <a:stretch>
            <a:fillRect/>
          </a:stretch>
        </p:blipFill>
        <p:spPr>
          <a:xfrm>
            <a:off x="4923584" y="3404136"/>
            <a:ext cx="7157989" cy="1169193"/>
          </a:xfrm>
          <a:prstGeom prst="rect">
            <a:avLst/>
          </a:prstGeom>
        </p:spPr>
      </p:pic>
    </p:spTree>
    <p:extLst>
      <p:ext uri="{BB962C8B-B14F-4D97-AF65-F5344CB8AC3E}">
        <p14:creationId xmlns:p14="http://schemas.microsoft.com/office/powerpoint/2010/main" val="2555234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F5CEF8D-2201-4568-9461-46049DE044B9}"/>
              </a:ext>
            </a:extLst>
          </p:cNvPr>
          <p:cNvSpPr>
            <a:spLocks noGrp="1"/>
          </p:cNvSpPr>
          <p:nvPr>
            <p:ph sz="half" idx="1"/>
          </p:nvPr>
        </p:nvSpPr>
        <p:spPr>
          <a:xfrm>
            <a:off x="838199" y="1074490"/>
            <a:ext cx="7472681" cy="5102473"/>
          </a:xfrm>
        </p:spPr>
        <p:txBody>
          <a:bodyPr/>
          <a:lstStyle/>
          <a:p>
            <a:r>
              <a:rPr lang="en-US" altLang="zh-CN" dirty="0" err="1"/>
              <a:t>DeepGemm</a:t>
            </a:r>
            <a:endParaRPr lang="en-US" altLang="zh-CN" dirty="0"/>
          </a:p>
          <a:p>
            <a:pPr lvl="1"/>
            <a:r>
              <a:rPr lang="en-US" altLang="zh-CN" dirty="0" err="1"/>
              <a:t>DeepSeek</a:t>
            </a:r>
            <a:r>
              <a:rPr lang="zh-CN" altLang="en-US" dirty="0"/>
              <a:t>采用</a:t>
            </a:r>
            <a:r>
              <a:rPr lang="en-US" altLang="zh-CN" dirty="0" err="1"/>
              <a:t>DeepGemm</a:t>
            </a:r>
            <a:r>
              <a:rPr lang="zh-CN" altLang="en-US" dirty="0"/>
              <a:t>项目中</a:t>
            </a:r>
            <a:r>
              <a:rPr lang="en-US" altLang="zh-CN" dirty="0"/>
              <a:t>fp8_mqa_logits</a:t>
            </a:r>
            <a:r>
              <a:rPr lang="zh-CN" altLang="en-US" dirty="0"/>
              <a:t>作为</a:t>
            </a:r>
            <a:r>
              <a:rPr lang="en-US" altLang="zh-CN" dirty="0"/>
              <a:t>indexer</a:t>
            </a:r>
            <a:r>
              <a:rPr lang="zh-CN" altLang="en-US" dirty="0"/>
              <a:t>实现</a:t>
            </a:r>
            <a:endParaRPr lang="en-US" altLang="zh-CN" dirty="0"/>
          </a:p>
          <a:p>
            <a:pPr lvl="1"/>
            <a:r>
              <a:rPr lang="en-US" altLang="zh-CN" dirty="0">
                <a:hlinkClick r:id="rId2"/>
              </a:rPr>
              <a:t>https://github.com/deepseek-ai/DeepGEMM/</a:t>
            </a:r>
            <a:endParaRPr lang="en-US" altLang="zh-CN" dirty="0"/>
          </a:p>
          <a:p>
            <a:pPr lvl="1"/>
            <a:endParaRPr lang="en-US" altLang="zh-CN" dirty="0"/>
          </a:p>
          <a:p>
            <a:pPr lvl="1"/>
            <a:r>
              <a:rPr lang="en-US" altLang="zh-CN" dirty="0" err="1"/>
              <a:t>DeepGemm</a:t>
            </a:r>
            <a:r>
              <a:rPr lang="zh-CN" altLang="en-US" dirty="0"/>
              <a:t>官方源码实现只支持</a:t>
            </a:r>
            <a:r>
              <a:rPr lang="en-US" altLang="zh-CN" dirty="0"/>
              <a:t>NV Hopper</a:t>
            </a:r>
            <a:r>
              <a:rPr lang="zh-CN" altLang="en-US" dirty="0"/>
              <a:t>、</a:t>
            </a:r>
            <a:r>
              <a:rPr lang="en-US" altLang="zh-CN" dirty="0"/>
              <a:t>Blackwell</a:t>
            </a:r>
            <a:r>
              <a:rPr lang="zh-CN" altLang="en-US" dirty="0"/>
              <a:t>架构，依赖</a:t>
            </a:r>
            <a:r>
              <a:rPr lang="en-US" altLang="zh-CN" dirty="0"/>
              <a:t>TMA</a:t>
            </a:r>
            <a:r>
              <a:rPr lang="zh-CN" altLang="en-US" dirty="0"/>
              <a:t>、</a:t>
            </a:r>
            <a:r>
              <a:rPr lang="en-US" altLang="zh-CN" dirty="0"/>
              <a:t>Warp </a:t>
            </a:r>
            <a:r>
              <a:rPr lang="en-US" altLang="zh-CN" dirty="0" err="1"/>
              <a:t>Speciliazation</a:t>
            </a:r>
            <a:r>
              <a:rPr lang="zh-CN" altLang="en-US" dirty="0"/>
              <a:t>、</a:t>
            </a:r>
            <a:r>
              <a:rPr lang="en-US" altLang="zh-CN" dirty="0"/>
              <a:t>FP8/FP4 </a:t>
            </a:r>
            <a:r>
              <a:rPr lang="en-US" altLang="zh-CN" dirty="0" err="1"/>
              <a:t>Miciro</a:t>
            </a:r>
            <a:r>
              <a:rPr lang="en-US" altLang="zh-CN" dirty="0"/>
              <a:t>-Scaling</a:t>
            </a:r>
            <a:r>
              <a:rPr lang="zh-CN" altLang="en-US" dirty="0"/>
              <a:t>等特性</a:t>
            </a:r>
            <a:endParaRPr lang="en-US" altLang="zh-CN" dirty="0"/>
          </a:p>
          <a:p>
            <a:pPr lvl="1"/>
            <a:endParaRPr lang="en-US" altLang="zh-CN" dirty="0"/>
          </a:p>
          <a:p>
            <a:r>
              <a:rPr lang="en-US" altLang="zh-CN" dirty="0" err="1"/>
              <a:t>mcDeepGemm</a:t>
            </a:r>
            <a:endParaRPr lang="en-US" altLang="zh-CN" dirty="0"/>
          </a:p>
          <a:p>
            <a:pPr lvl="1"/>
            <a:r>
              <a:rPr lang="en-US" altLang="zh-CN" dirty="0"/>
              <a:t>API</a:t>
            </a:r>
            <a:r>
              <a:rPr lang="zh-CN" altLang="en-US" dirty="0"/>
              <a:t>等价语义实现，</a:t>
            </a:r>
            <a:r>
              <a:rPr lang="en-US" altLang="zh-CN" dirty="0"/>
              <a:t>C500</a:t>
            </a:r>
            <a:r>
              <a:rPr lang="zh-CN" altLang="en-US" dirty="0"/>
              <a:t>采用</a:t>
            </a:r>
            <a:r>
              <a:rPr lang="en-US" altLang="zh-CN" dirty="0"/>
              <a:t>int8 </a:t>
            </a:r>
            <a:r>
              <a:rPr lang="en-US" altLang="zh-CN" dirty="0" err="1"/>
              <a:t>mma</a:t>
            </a:r>
            <a:r>
              <a:rPr lang="en-US" altLang="zh-CN" dirty="0"/>
              <a:t> + int8</a:t>
            </a:r>
            <a:r>
              <a:rPr lang="zh-CN" altLang="en-US" dirty="0"/>
              <a:t>量化</a:t>
            </a:r>
            <a:endParaRPr lang="en-US" altLang="zh-CN" dirty="0"/>
          </a:p>
          <a:p>
            <a:pPr lvl="1"/>
            <a:r>
              <a:rPr lang="zh-CN" altLang="en-US" dirty="0"/>
              <a:t>当前正式</a:t>
            </a:r>
            <a:r>
              <a:rPr lang="en-US" altLang="zh-CN" dirty="0"/>
              <a:t>release</a:t>
            </a:r>
            <a:r>
              <a:rPr lang="zh-CN" altLang="en-US" dirty="0"/>
              <a:t>基于</a:t>
            </a:r>
            <a:r>
              <a:rPr lang="en-US" altLang="zh-CN" dirty="0"/>
              <a:t>DSL triton</a:t>
            </a:r>
            <a:r>
              <a:rPr lang="zh-CN" altLang="en-US" dirty="0"/>
              <a:t>、</a:t>
            </a:r>
            <a:r>
              <a:rPr lang="en-US" altLang="zh-CN" dirty="0" err="1"/>
              <a:t>tilelang</a:t>
            </a:r>
            <a:r>
              <a:rPr lang="zh-CN" altLang="en-US" dirty="0"/>
              <a:t>实现，</a:t>
            </a:r>
            <a:r>
              <a:rPr lang="en-US" altLang="zh-CN" dirty="0" err="1"/>
              <a:t>maca_c</a:t>
            </a:r>
            <a:r>
              <a:rPr lang="zh-CN" altLang="en-US" dirty="0"/>
              <a:t>实现计划在下一个</a:t>
            </a:r>
            <a:r>
              <a:rPr lang="en-US" altLang="zh-CN" dirty="0"/>
              <a:t>release</a:t>
            </a:r>
            <a:r>
              <a:rPr lang="zh-CN" altLang="en-US" dirty="0"/>
              <a:t>版本中发布</a:t>
            </a:r>
          </a:p>
          <a:p>
            <a:pPr marL="457200" lvl="1" indent="0">
              <a:buNone/>
            </a:pPr>
            <a:endParaRPr lang="zh-CN" altLang="en-US" dirty="0"/>
          </a:p>
        </p:txBody>
      </p:sp>
      <p:sp>
        <p:nvSpPr>
          <p:cNvPr id="3" name="标题 2">
            <a:extLst>
              <a:ext uri="{FF2B5EF4-FFF2-40B4-BE49-F238E27FC236}">
                <a16:creationId xmlns:a16="http://schemas.microsoft.com/office/drawing/2014/main" id="{A69F7F79-DD7C-4E14-B0E4-4582CC826D4F}"/>
              </a:ext>
            </a:extLst>
          </p:cNvPr>
          <p:cNvSpPr>
            <a:spLocks noGrp="1"/>
          </p:cNvSpPr>
          <p:nvPr>
            <p:ph type="title"/>
          </p:nvPr>
        </p:nvSpPr>
        <p:spPr/>
        <p:txBody>
          <a:bodyPr/>
          <a:lstStyle/>
          <a:p>
            <a:r>
              <a:rPr lang="en-US" altLang="zh-CN" dirty="0"/>
              <a:t>DSA-Lightning Indexer</a:t>
            </a:r>
            <a:endParaRPr lang="zh-CN" altLang="en-US" dirty="0"/>
          </a:p>
        </p:txBody>
      </p:sp>
      <p:pic>
        <p:nvPicPr>
          <p:cNvPr id="8" name="图片 7">
            <a:extLst>
              <a:ext uri="{FF2B5EF4-FFF2-40B4-BE49-F238E27FC236}">
                <a16:creationId xmlns:a16="http://schemas.microsoft.com/office/drawing/2014/main" id="{9148A7A8-4BEC-4F1D-A761-90704518888F}"/>
              </a:ext>
            </a:extLst>
          </p:cNvPr>
          <p:cNvPicPr>
            <a:picLocks noChangeAspect="1"/>
          </p:cNvPicPr>
          <p:nvPr/>
        </p:nvPicPr>
        <p:blipFill>
          <a:blip r:embed="rId3"/>
          <a:stretch>
            <a:fillRect/>
          </a:stretch>
        </p:blipFill>
        <p:spPr>
          <a:xfrm>
            <a:off x="8392378" y="1399451"/>
            <a:ext cx="3612078" cy="4615110"/>
          </a:xfrm>
          <a:prstGeom prst="rect">
            <a:avLst/>
          </a:prstGeom>
        </p:spPr>
      </p:pic>
    </p:spTree>
    <p:extLst>
      <p:ext uri="{BB962C8B-B14F-4D97-AF65-F5344CB8AC3E}">
        <p14:creationId xmlns:p14="http://schemas.microsoft.com/office/powerpoint/2010/main" val="3090480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69C9ECC-F549-42AE-8552-4A3A3E7433BA}"/>
              </a:ext>
            </a:extLst>
          </p:cNvPr>
          <p:cNvSpPr>
            <a:spLocks noGrp="1"/>
          </p:cNvSpPr>
          <p:nvPr>
            <p:ph sz="half" idx="1"/>
          </p:nvPr>
        </p:nvSpPr>
        <p:spPr/>
        <p:txBody>
          <a:bodyPr/>
          <a:lstStyle/>
          <a:p>
            <a:pPr algn="l"/>
            <a:r>
              <a:rPr lang="zh-CN" altLang="en-US" b="1" i="0" dirty="0">
                <a:effectLst/>
                <a:latin typeface="思源黑体 CN Bold" panose="020B0800000000000000" pitchFamily="34" charset="-122"/>
                <a:ea typeface="思源黑体 CN Bold" panose="020B0800000000000000" pitchFamily="34" charset="-122"/>
              </a:rPr>
              <a:t>编译：</a:t>
            </a:r>
            <a:endParaRPr lang="zh-CN" altLang="en-US" b="0" i="0" dirty="0">
              <a:effectLst/>
              <a:latin typeface="思源黑体 CN Bold" panose="020B0800000000000000" pitchFamily="34" charset="-122"/>
              <a:ea typeface="思源黑体 CN Bold" panose="020B0800000000000000" pitchFamily="34" charset="-122"/>
            </a:endParaRPr>
          </a:p>
          <a:p>
            <a:pPr marL="0" indent="0" algn="l">
              <a:buNone/>
            </a:pPr>
            <a:r>
              <a:rPr lang="en-US" altLang="zh-CN" b="0" i="0" dirty="0">
                <a:solidFill>
                  <a:schemeClr val="tx1"/>
                </a:solidFill>
                <a:effectLst/>
                <a:latin typeface="思源黑体 CN Bold" panose="020B0800000000000000" pitchFamily="34" charset="-122"/>
                <a:ea typeface="思源黑体 CN Bold" panose="020B0800000000000000" pitchFamily="34" charset="-122"/>
              </a:rPr>
              <a:t>$ git clone &lt;</a:t>
            </a:r>
            <a:r>
              <a:rPr lang="en-US" altLang="zh-CN" b="0" i="0" dirty="0" err="1">
                <a:solidFill>
                  <a:schemeClr val="tx1"/>
                </a:solidFill>
                <a:effectLst/>
                <a:latin typeface="思源黑体 CN Bold" panose="020B0800000000000000" pitchFamily="34" charset="-122"/>
                <a:ea typeface="思源黑体 CN Bold" panose="020B0800000000000000" pitchFamily="34" charset="-122"/>
              </a:rPr>
              <a:t>mcDeepGemm</a:t>
            </a:r>
            <a:r>
              <a:rPr lang="en-US" altLang="zh-CN" b="0" i="0" dirty="0">
                <a:solidFill>
                  <a:schemeClr val="tx1"/>
                </a:solidFill>
                <a:effectLst/>
                <a:latin typeface="思源黑体 CN Bold" panose="020B0800000000000000" pitchFamily="34" charset="-122"/>
                <a:ea typeface="思源黑体 CN Bold" panose="020B0800000000000000" pitchFamily="34" charset="-122"/>
              </a:rPr>
              <a:t>-repo&gt;</a:t>
            </a:r>
            <a:br>
              <a:rPr lang="en-US" altLang="zh-CN" b="0" i="0" dirty="0">
                <a:solidFill>
                  <a:schemeClr val="tx1"/>
                </a:solidFill>
                <a:effectLst/>
                <a:latin typeface="思源黑体 CN Bold" panose="020B0800000000000000" pitchFamily="34" charset="-122"/>
                <a:ea typeface="思源黑体 CN Bold" panose="020B0800000000000000" pitchFamily="34" charset="-122"/>
              </a:rPr>
            </a:br>
            <a:r>
              <a:rPr lang="en-US" altLang="zh-CN" b="0" i="0" dirty="0">
                <a:solidFill>
                  <a:schemeClr val="tx1"/>
                </a:solidFill>
                <a:effectLst/>
                <a:latin typeface="思源黑体 CN Bold" panose="020B0800000000000000" pitchFamily="34" charset="-122"/>
                <a:ea typeface="思源黑体 CN Bold" panose="020B0800000000000000" pitchFamily="34" charset="-122"/>
              </a:rPr>
              <a:t>$ cd </a:t>
            </a:r>
            <a:r>
              <a:rPr lang="en-US" altLang="zh-CN" b="0" i="0" dirty="0" err="1">
                <a:solidFill>
                  <a:schemeClr val="tx1"/>
                </a:solidFill>
                <a:effectLst/>
                <a:latin typeface="思源黑体 CN Bold" panose="020B0800000000000000" pitchFamily="34" charset="-122"/>
                <a:ea typeface="思源黑体 CN Bold" panose="020B0800000000000000" pitchFamily="34" charset="-122"/>
              </a:rPr>
              <a:t>mcDeepGemm</a:t>
            </a:r>
            <a:br>
              <a:rPr lang="en-US" altLang="zh-CN" b="0" i="0" dirty="0">
                <a:solidFill>
                  <a:schemeClr val="tx1"/>
                </a:solidFill>
                <a:effectLst/>
                <a:latin typeface="思源黑体 CN Bold" panose="020B0800000000000000" pitchFamily="34" charset="-122"/>
                <a:ea typeface="思源黑体 CN Bold" panose="020B0800000000000000" pitchFamily="34" charset="-122"/>
              </a:rPr>
            </a:br>
            <a:r>
              <a:rPr lang="en-US" altLang="zh-CN" b="0" i="0" dirty="0">
                <a:solidFill>
                  <a:schemeClr val="tx1"/>
                </a:solidFill>
                <a:effectLst/>
                <a:latin typeface="思源黑体 CN Bold" panose="020B0800000000000000" pitchFamily="34" charset="-122"/>
                <a:ea typeface="思源黑体 CN Bold" panose="020B0800000000000000" pitchFamily="34" charset="-122"/>
              </a:rPr>
              <a:t>$ ./build.sh # </a:t>
            </a:r>
            <a:r>
              <a:rPr lang="zh-CN" altLang="en-US" b="0" i="0" dirty="0">
                <a:solidFill>
                  <a:schemeClr val="tx1"/>
                </a:solidFill>
                <a:effectLst/>
                <a:latin typeface="思源黑体 CN Bold" panose="020B0800000000000000" pitchFamily="34" charset="-122"/>
                <a:ea typeface="思源黑体 CN Bold" panose="020B0800000000000000" pitchFamily="34" charset="-122"/>
              </a:rPr>
              <a:t>编译并生成 </a:t>
            </a:r>
            <a:r>
              <a:rPr lang="en-US" altLang="zh-CN" b="0" i="0" dirty="0" err="1">
                <a:solidFill>
                  <a:schemeClr val="tx1"/>
                </a:solidFill>
                <a:effectLst/>
                <a:latin typeface="思源黑体 CN Bold" panose="020B0800000000000000" pitchFamily="34" charset="-122"/>
                <a:ea typeface="思源黑体 CN Bold" panose="020B0800000000000000" pitchFamily="34" charset="-122"/>
              </a:rPr>
              <a:t>whl</a:t>
            </a:r>
            <a:r>
              <a:rPr lang="en-US" altLang="zh-CN" b="0" i="0" dirty="0">
                <a:solidFill>
                  <a:schemeClr val="tx1"/>
                </a:solidFill>
                <a:effectLst/>
                <a:latin typeface="思源黑体 CN Bold" panose="020B0800000000000000" pitchFamily="34" charset="-122"/>
                <a:ea typeface="思源黑体 CN Bold" panose="020B0800000000000000" pitchFamily="34" charset="-122"/>
              </a:rPr>
              <a:t> </a:t>
            </a:r>
            <a:r>
              <a:rPr lang="zh-CN" altLang="en-US" b="0" i="0" dirty="0">
                <a:solidFill>
                  <a:schemeClr val="tx1"/>
                </a:solidFill>
                <a:effectLst/>
                <a:latin typeface="思源黑体 CN Bold" panose="020B0800000000000000" pitchFamily="34" charset="-122"/>
                <a:ea typeface="思源黑体 CN Bold" panose="020B0800000000000000" pitchFamily="34" charset="-122"/>
              </a:rPr>
              <a:t>包</a:t>
            </a:r>
            <a:br>
              <a:rPr lang="zh-CN" altLang="en-US" b="0" i="0" dirty="0">
                <a:solidFill>
                  <a:schemeClr val="tx1"/>
                </a:solidFill>
                <a:effectLst/>
                <a:latin typeface="思源黑体 CN Bold" panose="020B0800000000000000" pitchFamily="34" charset="-122"/>
                <a:ea typeface="思源黑体 CN Bold" panose="020B0800000000000000" pitchFamily="34" charset="-122"/>
              </a:rPr>
            </a:br>
            <a:r>
              <a:rPr lang="en-US" altLang="zh-CN" b="0" i="0" dirty="0">
                <a:solidFill>
                  <a:schemeClr val="tx1"/>
                </a:solidFill>
                <a:effectLst/>
                <a:latin typeface="思源黑体 CN Bold" panose="020B0800000000000000" pitchFamily="34" charset="-122"/>
                <a:ea typeface="思源黑体 CN Bold" panose="020B0800000000000000" pitchFamily="34" charset="-122"/>
              </a:rPr>
              <a:t>$ pip install </a:t>
            </a:r>
            <a:r>
              <a:rPr lang="en-US" altLang="zh-CN" b="0" i="0" dirty="0" err="1">
                <a:solidFill>
                  <a:schemeClr val="tx1"/>
                </a:solidFill>
                <a:effectLst/>
                <a:latin typeface="思源黑体 CN Bold" panose="020B0800000000000000" pitchFamily="34" charset="-122"/>
                <a:ea typeface="思源黑体 CN Bold" panose="020B0800000000000000" pitchFamily="34" charset="-122"/>
              </a:rPr>
              <a:t>dist</a:t>
            </a:r>
            <a:r>
              <a:rPr lang="en-US" altLang="zh-CN" b="0" i="0" dirty="0">
                <a:solidFill>
                  <a:schemeClr val="tx1"/>
                </a:solidFill>
                <a:effectLst/>
                <a:latin typeface="思源黑体 CN Bold" panose="020B0800000000000000" pitchFamily="34" charset="-122"/>
                <a:ea typeface="思源黑体 CN Bold" panose="020B0800000000000000" pitchFamily="34" charset="-122"/>
              </a:rPr>
              <a:t>/*.</a:t>
            </a:r>
            <a:r>
              <a:rPr lang="en-US" altLang="zh-CN" b="0" i="0" dirty="0" err="1">
                <a:solidFill>
                  <a:schemeClr val="tx1"/>
                </a:solidFill>
                <a:effectLst/>
                <a:latin typeface="思源黑体 CN Bold" panose="020B0800000000000000" pitchFamily="34" charset="-122"/>
                <a:ea typeface="思源黑体 CN Bold" panose="020B0800000000000000" pitchFamily="34" charset="-122"/>
              </a:rPr>
              <a:t>whl</a:t>
            </a:r>
            <a:endParaRPr lang="en-US" altLang="zh-CN" b="0" i="0" dirty="0">
              <a:solidFill>
                <a:schemeClr val="tx1"/>
              </a:solidFill>
              <a:effectLst/>
              <a:latin typeface="思源黑体 CN Bold" panose="020B0800000000000000" pitchFamily="34" charset="-122"/>
              <a:ea typeface="思源黑体 CN Bold" panose="020B0800000000000000" pitchFamily="34" charset="-122"/>
            </a:endParaRPr>
          </a:p>
          <a:p>
            <a:pPr marL="0" indent="0" algn="l">
              <a:buNone/>
            </a:pPr>
            <a:endParaRPr lang="en-US" altLang="zh-CN" b="0" i="0" dirty="0">
              <a:solidFill>
                <a:schemeClr val="tx1"/>
              </a:solidFill>
              <a:effectLst/>
              <a:latin typeface="思源黑体 CN Bold" panose="020B0800000000000000" pitchFamily="34" charset="-122"/>
              <a:ea typeface="思源黑体 CN Bold" panose="020B0800000000000000" pitchFamily="34" charset="-122"/>
            </a:endParaRPr>
          </a:p>
          <a:p>
            <a:pPr algn="l"/>
            <a:r>
              <a:rPr lang="zh-CN" altLang="en-US" b="1" i="0" dirty="0">
                <a:effectLst/>
                <a:latin typeface="思源黑体 CN Bold" panose="020B0800000000000000" pitchFamily="34" charset="-122"/>
                <a:ea typeface="思源黑体 CN Bold" panose="020B0800000000000000" pitchFamily="34" charset="-122"/>
              </a:rPr>
              <a:t>运行单元测试：</a:t>
            </a:r>
            <a:endParaRPr lang="zh-CN" altLang="en-US" b="0" i="0" dirty="0">
              <a:effectLst/>
              <a:latin typeface="思源黑体 CN Bold" panose="020B0800000000000000" pitchFamily="34" charset="-122"/>
              <a:ea typeface="思源黑体 CN Bold" panose="020B0800000000000000" pitchFamily="34" charset="-122"/>
            </a:endParaRPr>
          </a:p>
          <a:p>
            <a:pPr marL="0" indent="0" algn="l">
              <a:buNone/>
            </a:pPr>
            <a:r>
              <a:rPr lang="en-US" altLang="zh-CN" b="0" i="0" dirty="0">
                <a:solidFill>
                  <a:schemeClr val="tx1"/>
                </a:solidFill>
                <a:effectLst/>
                <a:latin typeface="思源黑体 CN Bold" panose="020B0800000000000000" pitchFamily="34" charset="-122"/>
                <a:ea typeface="思源黑体 CN Bold" panose="020B0800000000000000" pitchFamily="34" charset="-122"/>
              </a:rPr>
              <a:t>$ ./run_all.sh # </a:t>
            </a:r>
            <a:r>
              <a:rPr lang="zh-CN" altLang="en-US" b="0" i="0" dirty="0">
                <a:solidFill>
                  <a:schemeClr val="tx1"/>
                </a:solidFill>
                <a:effectLst/>
                <a:latin typeface="思源黑体 CN Bold" panose="020B0800000000000000" pitchFamily="34" charset="-122"/>
                <a:ea typeface="思源黑体 CN Bold" panose="020B0800000000000000" pitchFamily="34" charset="-122"/>
              </a:rPr>
              <a:t>本地编译 </a:t>
            </a:r>
            <a:r>
              <a:rPr lang="en-US" altLang="zh-CN" b="0" i="0" dirty="0">
                <a:solidFill>
                  <a:schemeClr val="tx1"/>
                </a:solidFill>
                <a:effectLst/>
                <a:latin typeface="思源黑体 CN Bold" panose="020B0800000000000000" pitchFamily="34" charset="-122"/>
                <a:ea typeface="思源黑体 CN Bold" panose="020B0800000000000000" pitchFamily="34" charset="-122"/>
              </a:rPr>
              <a:t>+ </a:t>
            </a:r>
            <a:r>
              <a:rPr lang="zh-CN" altLang="en-US" b="0" i="0" dirty="0">
                <a:solidFill>
                  <a:schemeClr val="tx1"/>
                </a:solidFill>
                <a:effectLst/>
                <a:latin typeface="思源黑体 CN Bold" panose="020B0800000000000000" pitchFamily="34" charset="-122"/>
                <a:ea typeface="思源黑体 CN Bold" panose="020B0800000000000000" pitchFamily="34" charset="-122"/>
              </a:rPr>
              <a:t>全量测试</a:t>
            </a:r>
          </a:p>
          <a:p>
            <a:endParaRPr lang="zh-CN" altLang="en-US" dirty="0">
              <a:latin typeface="思源黑体 CN Bold" panose="020B0800000000000000" pitchFamily="34" charset="-122"/>
              <a:ea typeface="思源黑体 CN Bold" panose="020B0800000000000000" pitchFamily="34" charset="-122"/>
            </a:endParaRPr>
          </a:p>
        </p:txBody>
      </p:sp>
      <p:sp>
        <p:nvSpPr>
          <p:cNvPr id="3" name="标题 2">
            <a:extLst>
              <a:ext uri="{FF2B5EF4-FFF2-40B4-BE49-F238E27FC236}">
                <a16:creationId xmlns:a16="http://schemas.microsoft.com/office/drawing/2014/main" id="{1B8CD374-DA95-4FE0-A6D2-C6906D7E06EB}"/>
              </a:ext>
            </a:extLst>
          </p:cNvPr>
          <p:cNvSpPr>
            <a:spLocks noGrp="1"/>
          </p:cNvSpPr>
          <p:nvPr>
            <p:ph type="title"/>
          </p:nvPr>
        </p:nvSpPr>
        <p:spPr/>
        <p:txBody>
          <a:bodyPr/>
          <a:lstStyle/>
          <a:p>
            <a:r>
              <a:rPr lang="en-US" altLang="zh-CN" dirty="0" err="1"/>
              <a:t>mcDeepGemm</a:t>
            </a:r>
            <a:endParaRPr lang="zh-CN" altLang="en-US" dirty="0"/>
          </a:p>
        </p:txBody>
      </p:sp>
      <p:pic>
        <p:nvPicPr>
          <p:cNvPr id="6" name="图片 5">
            <a:extLst>
              <a:ext uri="{FF2B5EF4-FFF2-40B4-BE49-F238E27FC236}">
                <a16:creationId xmlns:a16="http://schemas.microsoft.com/office/drawing/2014/main" id="{4258DE0B-7F77-43DD-9D61-A12D656269DB}"/>
              </a:ext>
            </a:extLst>
          </p:cNvPr>
          <p:cNvPicPr>
            <a:picLocks noChangeAspect="1"/>
          </p:cNvPicPr>
          <p:nvPr/>
        </p:nvPicPr>
        <p:blipFill>
          <a:blip r:embed="rId2"/>
          <a:stretch>
            <a:fillRect/>
          </a:stretch>
        </p:blipFill>
        <p:spPr>
          <a:xfrm>
            <a:off x="838199" y="3409137"/>
            <a:ext cx="8440769" cy="207454"/>
          </a:xfrm>
          <a:prstGeom prst="rect">
            <a:avLst/>
          </a:prstGeom>
        </p:spPr>
      </p:pic>
    </p:spTree>
    <p:extLst>
      <p:ext uri="{BB962C8B-B14F-4D97-AF65-F5344CB8AC3E}">
        <p14:creationId xmlns:p14="http://schemas.microsoft.com/office/powerpoint/2010/main" val="43510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9FB4721-E871-4BD7-BAF1-5334A8E282FE}"/>
              </a:ext>
            </a:extLst>
          </p:cNvPr>
          <p:cNvSpPr>
            <a:spLocks noGrp="1"/>
          </p:cNvSpPr>
          <p:nvPr>
            <p:ph sz="half" idx="1"/>
          </p:nvPr>
        </p:nvSpPr>
        <p:spPr>
          <a:xfrm>
            <a:off x="838200" y="1074490"/>
            <a:ext cx="5752916" cy="5102473"/>
          </a:xfrm>
        </p:spPr>
        <p:txBody>
          <a:bodyPr/>
          <a:lstStyle/>
          <a:p>
            <a:pPr algn="just">
              <a:lnSpc>
                <a:spcPct val="100000"/>
              </a:lnSpc>
            </a:pPr>
            <a:r>
              <a:rPr lang="zh-CN" altLang="en-US" sz="1800" kern="100" dirty="0">
                <a:effectLst/>
                <a:latin typeface="思源黑体 CN Bold" panose="020B0800000000000000" pitchFamily="34" charset="-122"/>
                <a:ea typeface="思源黑体 CN Bold" panose="020B0800000000000000" pitchFamily="34" charset="-122"/>
                <a:cs typeface="Times New Roman" panose="02020603050405020304" pitchFamily="18" charset="0"/>
              </a:rPr>
              <a:t>图中虚线：</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C500</a:t>
            </a:r>
            <a:r>
              <a:rPr lang="zh-CN"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理论</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HBM</a:t>
            </a:r>
            <a:r>
              <a:rPr lang="zh-CN"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带宽</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 1.8T/s</a:t>
            </a:r>
          </a:p>
          <a:p>
            <a:pPr algn="just">
              <a:lnSpc>
                <a:spcPct val="100000"/>
              </a:lnSpc>
            </a:pPr>
            <a:r>
              <a:rPr lang="zh-CN" altLang="en-US" sz="1800" kern="100" dirty="0">
                <a:effectLst/>
                <a:latin typeface="思源黑体 CN Bold" panose="020B0800000000000000" pitchFamily="34" charset="-122"/>
                <a:ea typeface="思源黑体 CN Bold" panose="020B0800000000000000" pitchFamily="34" charset="-122"/>
                <a:cs typeface="Times New Roman" panose="02020603050405020304" pitchFamily="18" charset="0"/>
              </a:rPr>
              <a:t>图中实线：</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Page Pattern</a:t>
            </a:r>
            <a:r>
              <a:rPr lang="zh-CN" altLang="en-US"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读写带宽实测拟合线，最高约 </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1.4T/s</a:t>
            </a:r>
            <a:r>
              <a:rPr lang="zh-CN" altLang="en-US"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78%</a:t>
            </a:r>
            <a:r>
              <a:rPr lang="zh-CN" altLang="en-US"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理论带宽）</a:t>
            </a:r>
            <a:endPar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endParaRPr>
          </a:p>
          <a:p>
            <a:pPr algn="just">
              <a:lnSpc>
                <a:spcPct val="100000"/>
              </a:lnSpc>
            </a:pPr>
            <a:r>
              <a:rPr lang="zh-CN" altLang="en-US" kern="100" dirty="0">
                <a:latin typeface="思源黑体 CN Bold" panose="020B0800000000000000" pitchFamily="34" charset="-122"/>
                <a:ea typeface="思源黑体 CN Bold" panose="020B0800000000000000" pitchFamily="34" charset="-122"/>
                <a:cs typeface="Times New Roman" panose="02020603050405020304" pitchFamily="18" charset="0"/>
              </a:rPr>
              <a:t>图中圆点：</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int8_paged_mqa_logits</a:t>
            </a:r>
            <a:r>
              <a:rPr lang="zh-CN" altLang="en-US"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不同数据量下的实测带宽</a:t>
            </a:r>
            <a:endPar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endParaRPr>
          </a:p>
          <a:p>
            <a:pPr>
              <a:lnSpc>
                <a:spcPct val="100000"/>
              </a:lnSpc>
            </a:pPr>
            <a:endParaRPr lang="zh-CN" altLang="en-US" dirty="0">
              <a:latin typeface="思源黑体 CN Bold" panose="020B0800000000000000" pitchFamily="34" charset="-122"/>
              <a:ea typeface="思源黑体 CN Bold" panose="020B0800000000000000" pitchFamily="34" charset="-122"/>
            </a:endParaRPr>
          </a:p>
        </p:txBody>
      </p:sp>
      <p:sp>
        <p:nvSpPr>
          <p:cNvPr id="3" name="标题 2">
            <a:extLst>
              <a:ext uri="{FF2B5EF4-FFF2-40B4-BE49-F238E27FC236}">
                <a16:creationId xmlns:a16="http://schemas.microsoft.com/office/drawing/2014/main" id="{DC231CEB-E9BE-407F-A43F-6901D46678D9}"/>
              </a:ext>
            </a:extLst>
          </p:cNvPr>
          <p:cNvSpPr>
            <a:spLocks noGrp="1"/>
          </p:cNvSpPr>
          <p:nvPr>
            <p:ph type="title"/>
          </p:nvPr>
        </p:nvSpPr>
        <p:spPr/>
        <p:txBody>
          <a:bodyPr/>
          <a:lstStyle/>
          <a:p>
            <a:r>
              <a:rPr lang="en-US" altLang="zh-CN" dirty="0"/>
              <a:t>C500 </a:t>
            </a:r>
            <a:r>
              <a:rPr lang="en-US" altLang="zh-CN" dirty="0" err="1"/>
              <a:t>maca_c</a:t>
            </a:r>
            <a:r>
              <a:rPr lang="zh-CN" altLang="en-US" dirty="0"/>
              <a:t>性能数据</a:t>
            </a:r>
          </a:p>
        </p:txBody>
      </p:sp>
      <p:pic>
        <p:nvPicPr>
          <p:cNvPr id="12" name="图片 11">
            <a:extLst>
              <a:ext uri="{FF2B5EF4-FFF2-40B4-BE49-F238E27FC236}">
                <a16:creationId xmlns:a16="http://schemas.microsoft.com/office/drawing/2014/main" id="{46ACD4B0-9FB3-4556-A045-E175D2AD50B0}"/>
              </a:ext>
            </a:extLst>
          </p:cNvPr>
          <p:cNvPicPr>
            <a:picLocks noChangeAspect="1"/>
          </p:cNvPicPr>
          <p:nvPr/>
        </p:nvPicPr>
        <p:blipFill>
          <a:blip r:embed="rId2"/>
          <a:stretch>
            <a:fillRect/>
          </a:stretch>
        </p:blipFill>
        <p:spPr>
          <a:xfrm>
            <a:off x="1111578" y="3513419"/>
            <a:ext cx="4445942" cy="2814360"/>
          </a:xfrm>
          <a:prstGeom prst="rect">
            <a:avLst/>
          </a:prstGeom>
        </p:spPr>
      </p:pic>
      <p:pic>
        <p:nvPicPr>
          <p:cNvPr id="7" name="图片 6">
            <a:extLst>
              <a:ext uri="{FF2B5EF4-FFF2-40B4-BE49-F238E27FC236}">
                <a16:creationId xmlns:a16="http://schemas.microsoft.com/office/drawing/2014/main" id="{6552538B-B2D6-4A8D-A72C-A9981DB8DBE1}"/>
              </a:ext>
            </a:extLst>
          </p:cNvPr>
          <p:cNvPicPr>
            <a:picLocks noChangeAspect="1"/>
          </p:cNvPicPr>
          <p:nvPr/>
        </p:nvPicPr>
        <p:blipFill>
          <a:blip r:embed="rId3"/>
          <a:stretch>
            <a:fillRect/>
          </a:stretch>
        </p:blipFill>
        <p:spPr>
          <a:xfrm>
            <a:off x="6869870" y="3513419"/>
            <a:ext cx="4875090" cy="2751147"/>
          </a:xfrm>
          <a:prstGeom prst="rect">
            <a:avLst/>
          </a:prstGeom>
        </p:spPr>
      </p:pic>
      <p:pic>
        <p:nvPicPr>
          <p:cNvPr id="6" name="图片 5">
            <a:extLst>
              <a:ext uri="{FF2B5EF4-FFF2-40B4-BE49-F238E27FC236}">
                <a16:creationId xmlns:a16="http://schemas.microsoft.com/office/drawing/2014/main" id="{10D45D95-C12A-43A3-B0AF-06A503897582}"/>
              </a:ext>
            </a:extLst>
          </p:cNvPr>
          <p:cNvPicPr>
            <a:picLocks noChangeAspect="1"/>
          </p:cNvPicPr>
          <p:nvPr/>
        </p:nvPicPr>
        <p:blipFill>
          <a:blip r:embed="rId4"/>
          <a:stretch>
            <a:fillRect/>
          </a:stretch>
        </p:blipFill>
        <p:spPr>
          <a:xfrm>
            <a:off x="6876176" y="-7431"/>
            <a:ext cx="5315824" cy="3265909"/>
          </a:xfrm>
          <a:prstGeom prst="rect">
            <a:avLst/>
          </a:prstGeom>
        </p:spPr>
      </p:pic>
    </p:spTree>
    <p:extLst>
      <p:ext uri="{BB962C8B-B14F-4D97-AF65-F5344CB8AC3E}">
        <p14:creationId xmlns:p14="http://schemas.microsoft.com/office/powerpoint/2010/main" val="26015342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99FB4721-E871-4BD7-BAF1-5334A8E282FE}"/>
              </a:ext>
            </a:extLst>
          </p:cNvPr>
          <p:cNvSpPr>
            <a:spLocks noGrp="1"/>
          </p:cNvSpPr>
          <p:nvPr>
            <p:ph sz="half" idx="1"/>
          </p:nvPr>
        </p:nvSpPr>
        <p:spPr>
          <a:xfrm>
            <a:off x="838200" y="1074490"/>
            <a:ext cx="5654040" cy="5102473"/>
          </a:xfrm>
        </p:spPr>
        <p:txBody>
          <a:bodyPr/>
          <a:lstStyle/>
          <a:p>
            <a:pPr algn="just">
              <a:lnSpc>
                <a:spcPct val="100000"/>
              </a:lnSpc>
            </a:pPr>
            <a:r>
              <a:rPr lang="zh-CN" altLang="en-US" sz="1800" kern="100" dirty="0">
                <a:effectLst/>
                <a:latin typeface="思源黑体 CN Bold" panose="020B0800000000000000" pitchFamily="34" charset="-122"/>
                <a:ea typeface="思源黑体 CN Bold" panose="020B0800000000000000" pitchFamily="34" charset="-122"/>
                <a:cs typeface="Times New Roman" panose="02020603050405020304" pitchFamily="18" charset="0"/>
              </a:rPr>
              <a:t>图中虚线：</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H200</a:t>
            </a:r>
            <a:r>
              <a:rPr lang="zh-CN" altLang="zh-CN" sz="1800" b="0" kern="100" dirty="0">
                <a:solidFill>
                  <a:schemeClr val="tx1"/>
                </a:solidFill>
                <a:effectLst/>
                <a:latin typeface="思源黑体 CN Regular" panose="020B0500000000000000" pitchFamily="34" charset="-122"/>
                <a:ea typeface="思源黑体 CN Regular" panose="020B0500000000000000" pitchFamily="34" charset="-122"/>
                <a:cs typeface="Times New Roman" panose="02020603050405020304" pitchFamily="18" charset="0"/>
              </a:rPr>
              <a:t>理论</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HBM</a:t>
            </a:r>
            <a:r>
              <a:rPr lang="zh-CN" altLang="zh-CN" sz="1800" b="0" kern="100" dirty="0">
                <a:solidFill>
                  <a:schemeClr val="tx1"/>
                </a:solidFill>
                <a:effectLst/>
                <a:latin typeface="思源黑体 CN Regular" panose="020B0500000000000000" pitchFamily="34" charset="-122"/>
                <a:ea typeface="思源黑体 CN Regular" panose="020B0500000000000000" pitchFamily="34" charset="-122"/>
                <a:cs typeface="Times New Roman" panose="02020603050405020304" pitchFamily="18" charset="0"/>
              </a:rPr>
              <a:t>带宽</a:t>
            </a:r>
            <a:r>
              <a:rPr lang="en-US" altLang="zh-CN" sz="1800" b="0" kern="100" dirty="0">
                <a:solidFill>
                  <a:schemeClr val="tx1"/>
                </a:solidFill>
                <a:effectLst/>
                <a:latin typeface="思源黑体 CN Regular" panose="020B0500000000000000" pitchFamily="34" charset="-122"/>
                <a:ea typeface="思源黑体 CN Regular" panose="020B0500000000000000" pitchFamily="34" charset="-122"/>
                <a:cs typeface="Times New Roman" panose="02020603050405020304" pitchFamily="18" charset="0"/>
              </a:rPr>
              <a:t> </a:t>
            </a:r>
            <a:r>
              <a:rPr lang="en-US" altLang="zh-CN" sz="1800" kern="100" dirty="0">
                <a:solidFill>
                  <a:schemeClr val="tx1"/>
                </a:solidFill>
                <a:effectLst/>
                <a:latin typeface="思源黑体 CN Regular" panose="020B0500000000000000" pitchFamily="34" charset="-122"/>
                <a:ea typeface="思源黑体 CN Regular" panose="020B0500000000000000" pitchFamily="34" charset="-122"/>
                <a:cs typeface="Times New Roman" panose="02020603050405020304" pitchFamily="18" charset="0"/>
              </a:rPr>
              <a:t>4.8T/s</a:t>
            </a:r>
          </a:p>
          <a:p>
            <a:pPr algn="just">
              <a:lnSpc>
                <a:spcPct val="100000"/>
              </a:lnSpc>
            </a:pPr>
            <a:r>
              <a:rPr lang="zh-CN" altLang="en-US" sz="1800" kern="100" dirty="0">
                <a:effectLst/>
                <a:latin typeface="思源黑体 CN Bold" panose="020B0800000000000000" pitchFamily="34" charset="-122"/>
                <a:ea typeface="思源黑体 CN Bold" panose="020B0800000000000000" pitchFamily="34" charset="-122"/>
                <a:cs typeface="Times New Roman" panose="02020603050405020304" pitchFamily="18" charset="0"/>
              </a:rPr>
              <a:t>图中实线：</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Page Pattern</a:t>
            </a:r>
            <a:r>
              <a:rPr lang="zh-CN" altLang="en-US"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读写带宽实测拟合线，最高约 </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3.8T/s</a:t>
            </a:r>
            <a:r>
              <a:rPr lang="zh-CN" altLang="en-US"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79.2%</a:t>
            </a:r>
            <a:r>
              <a:rPr lang="zh-CN" altLang="en-US"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理论带宽）</a:t>
            </a:r>
            <a:endPar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endParaRPr>
          </a:p>
          <a:p>
            <a:pPr algn="just">
              <a:lnSpc>
                <a:spcPct val="100000"/>
              </a:lnSpc>
            </a:pPr>
            <a:r>
              <a:rPr lang="zh-CN" altLang="en-US" kern="100" dirty="0">
                <a:latin typeface="思源黑体 CN Bold" panose="020B0800000000000000" pitchFamily="34" charset="-122"/>
                <a:ea typeface="思源黑体 CN Bold" panose="020B0800000000000000" pitchFamily="34" charset="-122"/>
                <a:cs typeface="Times New Roman" panose="02020603050405020304" pitchFamily="18" charset="0"/>
              </a:rPr>
              <a:t>图中圆点</a:t>
            </a:r>
            <a:r>
              <a:rPr lang="zh-CN" altLang="en-US" sz="1800" kern="100" dirty="0">
                <a:effectLst/>
                <a:latin typeface="思源黑体 CN Bold" panose="020B0800000000000000" pitchFamily="34" charset="-122"/>
                <a:ea typeface="思源黑体 CN Bold" panose="020B0800000000000000" pitchFamily="34" charset="-122"/>
                <a:cs typeface="Times New Roman" panose="02020603050405020304" pitchFamily="18" charset="0"/>
              </a:rPr>
              <a:t>： </a:t>
            </a:r>
            <a:r>
              <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fp8_paged_mqa_logits</a:t>
            </a:r>
            <a:r>
              <a:rPr lang="zh-CN" altLang="en-US"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rPr>
              <a:t>不同数据量下的实测带宽</a:t>
            </a:r>
            <a:endParaRPr lang="en-US" altLang="zh-CN" b="0" kern="100" dirty="0">
              <a:solidFill>
                <a:schemeClr val="tx1"/>
              </a:solidFill>
              <a:latin typeface="思源黑体 CN Regular" panose="020B0500000000000000" pitchFamily="34" charset="-122"/>
              <a:ea typeface="思源黑体 CN Regular" panose="020B0500000000000000" pitchFamily="34" charset="-122"/>
              <a:cs typeface="Times New Roman" panose="02020603050405020304" pitchFamily="18" charset="0"/>
            </a:endParaRPr>
          </a:p>
          <a:p>
            <a:pPr>
              <a:lnSpc>
                <a:spcPct val="100000"/>
              </a:lnSpc>
            </a:pPr>
            <a:endParaRPr lang="zh-CN" altLang="en-US" dirty="0">
              <a:latin typeface="思源黑体 CN Bold" panose="020B0800000000000000" pitchFamily="34" charset="-122"/>
              <a:ea typeface="思源黑体 CN Bold" panose="020B0800000000000000" pitchFamily="34" charset="-122"/>
            </a:endParaRPr>
          </a:p>
        </p:txBody>
      </p:sp>
      <p:sp>
        <p:nvSpPr>
          <p:cNvPr id="3" name="标题 2">
            <a:extLst>
              <a:ext uri="{FF2B5EF4-FFF2-40B4-BE49-F238E27FC236}">
                <a16:creationId xmlns:a16="http://schemas.microsoft.com/office/drawing/2014/main" id="{DC231CEB-E9BE-407F-A43F-6901D46678D9}"/>
              </a:ext>
            </a:extLst>
          </p:cNvPr>
          <p:cNvSpPr>
            <a:spLocks noGrp="1"/>
          </p:cNvSpPr>
          <p:nvPr>
            <p:ph type="title"/>
          </p:nvPr>
        </p:nvSpPr>
        <p:spPr/>
        <p:txBody>
          <a:bodyPr/>
          <a:lstStyle/>
          <a:p>
            <a:r>
              <a:rPr lang="en-US" altLang="zh-CN" dirty="0"/>
              <a:t>H200 </a:t>
            </a:r>
            <a:r>
              <a:rPr lang="zh-CN" altLang="en-US" dirty="0"/>
              <a:t>性能数据</a:t>
            </a:r>
          </a:p>
        </p:txBody>
      </p:sp>
      <p:pic>
        <p:nvPicPr>
          <p:cNvPr id="17" name="图片 16">
            <a:extLst>
              <a:ext uri="{FF2B5EF4-FFF2-40B4-BE49-F238E27FC236}">
                <a16:creationId xmlns:a16="http://schemas.microsoft.com/office/drawing/2014/main" id="{FE34BF05-430F-462A-A31B-217481C36619}"/>
              </a:ext>
            </a:extLst>
          </p:cNvPr>
          <p:cNvPicPr>
            <a:picLocks noChangeAspect="1"/>
          </p:cNvPicPr>
          <p:nvPr/>
        </p:nvPicPr>
        <p:blipFill>
          <a:blip r:embed="rId2"/>
          <a:stretch>
            <a:fillRect/>
          </a:stretch>
        </p:blipFill>
        <p:spPr>
          <a:xfrm>
            <a:off x="6876176" y="0"/>
            <a:ext cx="5315824" cy="3251049"/>
          </a:xfrm>
          <a:prstGeom prst="rect">
            <a:avLst/>
          </a:prstGeom>
        </p:spPr>
      </p:pic>
      <p:pic>
        <p:nvPicPr>
          <p:cNvPr id="18" name="图片 17">
            <a:extLst>
              <a:ext uri="{FF2B5EF4-FFF2-40B4-BE49-F238E27FC236}">
                <a16:creationId xmlns:a16="http://schemas.microsoft.com/office/drawing/2014/main" id="{53D0B8F9-28B2-4D25-B6EE-F21BA1CF2161}"/>
              </a:ext>
            </a:extLst>
          </p:cNvPr>
          <p:cNvPicPr>
            <a:picLocks noChangeAspect="1"/>
          </p:cNvPicPr>
          <p:nvPr/>
        </p:nvPicPr>
        <p:blipFill rotWithShape="1">
          <a:blip r:embed="rId3"/>
          <a:srcRect t="-1" b="746"/>
          <a:stretch/>
        </p:blipFill>
        <p:spPr>
          <a:xfrm>
            <a:off x="1209003" y="3550920"/>
            <a:ext cx="4546600" cy="2550659"/>
          </a:xfrm>
          <a:prstGeom prst="rect">
            <a:avLst/>
          </a:prstGeom>
        </p:spPr>
      </p:pic>
      <p:pic>
        <p:nvPicPr>
          <p:cNvPr id="19" name="图片 18">
            <a:extLst>
              <a:ext uri="{FF2B5EF4-FFF2-40B4-BE49-F238E27FC236}">
                <a16:creationId xmlns:a16="http://schemas.microsoft.com/office/drawing/2014/main" id="{85049F36-DC8A-4574-9D23-6B729F850E4B}"/>
              </a:ext>
            </a:extLst>
          </p:cNvPr>
          <p:cNvPicPr>
            <a:picLocks noChangeAspect="1"/>
          </p:cNvPicPr>
          <p:nvPr/>
        </p:nvPicPr>
        <p:blipFill>
          <a:blip r:embed="rId4"/>
          <a:stretch>
            <a:fillRect/>
          </a:stretch>
        </p:blipFill>
        <p:spPr>
          <a:xfrm>
            <a:off x="6876176" y="3550919"/>
            <a:ext cx="5165904" cy="2550659"/>
          </a:xfrm>
          <a:prstGeom prst="rect">
            <a:avLst/>
          </a:prstGeom>
        </p:spPr>
      </p:pic>
    </p:spTree>
    <p:extLst>
      <p:ext uri="{BB962C8B-B14F-4D97-AF65-F5344CB8AC3E}">
        <p14:creationId xmlns:p14="http://schemas.microsoft.com/office/powerpoint/2010/main" val="836689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2A9F92F-0D48-43C6-9429-C93BF6B0D2A0}"/>
              </a:ext>
            </a:extLst>
          </p:cNvPr>
          <p:cNvSpPr>
            <a:spLocks noGrp="1"/>
          </p:cNvSpPr>
          <p:nvPr>
            <p:ph sz="half" idx="1"/>
          </p:nvPr>
        </p:nvSpPr>
        <p:spPr/>
        <p:txBody>
          <a:bodyPr/>
          <a:lstStyle/>
          <a:p>
            <a:r>
              <a:rPr lang="en-US" altLang="zh-CN" dirty="0" err="1"/>
              <a:t>Dsa</a:t>
            </a:r>
            <a:r>
              <a:rPr lang="en-US" altLang="zh-CN" dirty="0"/>
              <a:t> </a:t>
            </a:r>
            <a:r>
              <a:rPr lang="en-US" altLang="zh-CN" dirty="0" err="1"/>
              <a:t>Topk</a:t>
            </a:r>
            <a:r>
              <a:rPr lang="en-US" altLang="zh-CN" dirty="0"/>
              <a:t> </a:t>
            </a:r>
            <a:r>
              <a:rPr lang="en-US" altLang="zh-CN" dirty="0" err="1"/>
              <a:t>SGLang</a:t>
            </a:r>
            <a:r>
              <a:rPr lang="zh-CN" altLang="en-US" dirty="0"/>
              <a:t>官方版本性能</a:t>
            </a:r>
            <a:endParaRPr lang="en-US" altLang="zh-CN" dirty="0"/>
          </a:p>
          <a:p>
            <a:r>
              <a:rPr lang="en-US" altLang="zh-CN" dirty="0" err="1"/>
              <a:t>Dsa</a:t>
            </a:r>
            <a:r>
              <a:rPr lang="en-US" altLang="zh-CN" dirty="0"/>
              <a:t> </a:t>
            </a:r>
            <a:r>
              <a:rPr lang="en-US" altLang="zh-CN" dirty="0" err="1"/>
              <a:t>Topk</a:t>
            </a:r>
            <a:r>
              <a:rPr lang="en-US" altLang="zh-CN" dirty="0"/>
              <a:t> </a:t>
            </a:r>
            <a:r>
              <a:rPr lang="en-US" altLang="zh-CN" dirty="0" err="1"/>
              <a:t>SGLang</a:t>
            </a:r>
            <a:r>
              <a:rPr lang="zh-CN" altLang="en-US" dirty="0"/>
              <a:t>沐曦版本性能</a:t>
            </a:r>
          </a:p>
          <a:p>
            <a:r>
              <a:rPr lang="en-US" altLang="zh-CN" dirty="0" err="1"/>
              <a:t>Dsa</a:t>
            </a:r>
            <a:r>
              <a:rPr lang="en-US" altLang="zh-CN" dirty="0"/>
              <a:t> </a:t>
            </a:r>
            <a:r>
              <a:rPr lang="en-US" altLang="zh-CN" dirty="0" err="1"/>
              <a:t>Topk</a:t>
            </a:r>
            <a:r>
              <a:rPr lang="en-US" altLang="zh-CN" dirty="0"/>
              <a:t> </a:t>
            </a:r>
            <a:r>
              <a:rPr lang="en-US" altLang="zh-CN" dirty="0" err="1"/>
              <a:t>mcDeepGemm</a:t>
            </a:r>
            <a:r>
              <a:rPr lang="zh-CN" altLang="en-US" dirty="0"/>
              <a:t>版本性能</a:t>
            </a:r>
            <a:endParaRPr lang="en-US" altLang="zh-CN" dirty="0"/>
          </a:p>
          <a:p>
            <a:pPr marL="457200" lvl="1" indent="0">
              <a:buNone/>
            </a:pPr>
            <a:r>
              <a:rPr lang="en-US" altLang="zh-CN" dirty="0"/>
              <a:t>——</a:t>
            </a:r>
            <a:r>
              <a:rPr lang="en-US" altLang="zh-CN" dirty="0" err="1"/>
              <a:t>mcDeepGemm</a:t>
            </a:r>
            <a:r>
              <a:rPr lang="en-US" altLang="zh-CN" dirty="0"/>
              <a:t> DSA </a:t>
            </a:r>
            <a:r>
              <a:rPr lang="en-US" altLang="zh-CN" dirty="0" err="1"/>
              <a:t>Topk</a:t>
            </a:r>
            <a:r>
              <a:rPr lang="zh-CN" altLang="en-US" dirty="0"/>
              <a:t>优化暂未进入</a:t>
            </a:r>
            <a:r>
              <a:rPr lang="en-US" altLang="zh-CN" dirty="0"/>
              <a:t>Release</a:t>
            </a:r>
            <a:endParaRPr lang="zh-CN" altLang="en-US" dirty="0"/>
          </a:p>
          <a:p>
            <a:endParaRPr lang="zh-CN" altLang="en-US" dirty="0"/>
          </a:p>
        </p:txBody>
      </p:sp>
      <p:sp>
        <p:nvSpPr>
          <p:cNvPr id="3" name="标题 2">
            <a:extLst>
              <a:ext uri="{FF2B5EF4-FFF2-40B4-BE49-F238E27FC236}">
                <a16:creationId xmlns:a16="http://schemas.microsoft.com/office/drawing/2014/main" id="{45D6E639-89DE-48B5-9623-E26BC7A9EC6D}"/>
              </a:ext>
            </a:extLst>
          </p:cNvPr>
          <p:cNvSpPr>
            <a:spLocks noGrp="1"/>
          </p:cNvSpPr>
          <p:nvPr>
            <p:ph type="title"/>
          </p:nvPr>
        </p:nvSpPr>
        <p:spPr/>
        <p:txBody>
          <a:bodyPr/>
          <a:lstStyle/>
          <a:p>
            <a:r>
              <a:rPr lang="en-US" altLang="zh-CN" dirty="0"/>
              <a:t>DSA </a:t>
            </a:r>
            <a:r>
              <a:rPr lang="en-US" altLang="zh-CN" dirty="0" err="1"/>
              <a:t>Topk</a:t>
            </a:r>
            <a:r>
              <a:rPr lang="en-US" altLang="zh-CN" dirty="0"/>
              <a:t> Selector</a:t>
            </a:r>
            <a:endParaRPr lang="zh-CN" altLang="en-US" dirty="0"/>
          </a:p>
        </p:txBody>
      </p:sp>
      <p:pic>
        <p:nvPicPr>
          <p:cNvPr id="8" name="图片 7">
            <a:extLst>
              <a:ext uri="{FF2B5EF4-FFF2-40B4-BE49-F238E27FC236}">
                <a16:creationId xmlns:a16="http://schemas.microsoft.com/office/drawing/2014/main" id="{6B826F0F-4000-4E40-92C4-103ADFE00B70}"/>
              </a:ext>
            </a:extLst>
          </p:cNvPr>
          <p:cNvPicPr>
            <a:picLocks noChangeAspect="1"/>
          </p:cNvPicPr>
          <p:nvPr/>
        </p:nvPicPr>
        <p:blipFill>
          <a:blip r:embed="rId2"/>
          <a:stretch>
            <a:fillRect/>
          </a:stretch>
        </p:blipFill>
        <p:spPr>
          <a:xfrm>
            <a:off x="936172" y="3169250"/>
            <a:ext cx="7560155" cy="3188017"/>
          </a:xfrm>
          <a:prstGeom prst="rect">
            <a:avLst/>
          </a:prstGeom>
        </p:spPr>
      </p:pic>
    </p:spTree>
    <p:extLst>
      <p:ext uri="{BB962C8B-B14F-4D97-AF65-F5344CB8AC3E}">
        <p14:creationId xmlns:p14="http://schemas.microsoft.com/office/powerpoint/2010/main" val="15411764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B4E3162-EA42-4D00-87CB-125EF09860AD}"/>
              </a:ext>
            </a:extLst>
          </p:cNvPr>
          <p:cNvSpPr>
            <a:spLocks noGrp="1"/>
          </p:cNvSpPr>
          <p:nvPr>
            <p:ph sz="half" idx="1"/>
          </p:nvPr>
        </p:nvSpPr>
        <p:spPr>
          <a:xfrm>
            <a:off x="838198" y="1074490"/>
            <a:ext cx="8630921" cy="5102473"/>
          </a:xfrm>
        </p:spPr>
        <p:txBody>
          <a:bodyPr>
            <a:normAutofit fontScale="85000" lnSpcReduction="20000"/>
          </a:bodyPr>
          <a:lstStyle/>
          <a:p>
            <a:r>
              <a:rPr lang="zh-CN" altLang="en-US" dirty="0"/>
              <a:t>小</a:t>
            </a:r>
            <a:r>
              <a:rPr lang="en-US" altLang="zh-CN" dirty="0"/>
              <a:t>Batch size </a:t>
            </a:r>
            <a:r>
              <a:rPr lang="zh-CN" altLang="en-US" dirty="0"/>
              <a:t>大 </a:t>
            </a:r>
            <a:r>
              <a:rPr lang="en-US" altLang="zh-CN" dirty="0" err="1"/>
              <a:t>seq_len</a:t>
            </a:r>
            <a:r>
              <a:rPr lang="en-US" altLang="zh-CN" dirty="0"/>
              <a:t> (decode </a:t>
            </a:r>
            <a:r>
              <a:rPr lang="zh-CN" altLang="en-US" dirty="0"/>
              <a:t>情形</a:t>
            </a:r>
            <a:r>
              <a:rPr lang="en-US" altLang="zh-CN" dirty="0"/>
              <a:t>)</a:t>
            </a:r>
          </a:p>
          <a:p>
            <a:pPr lvl="1"/>
            <a:r>
              <a:rPr lang="en-US" altLang="zh-CN" dirty="0"/>
              <a:t>decode</a:t>
            </a:r>
            <a:r>
              <a:rPr lang="zh-CN" altLang="en-US" dirty="0"/>
              <a:t>场景下，小</a:t>
            </a:r>
            <a:r>
              <a:rPr lang="en-US" altLang="zh-CN" dirty="0"/>
              <a:t>batch</a:t>
            </a:r>
            <a:r>
              <a:rPr lang="zh-CN" altLang="en-US" dirty="0"/>
              <a:t>长文本是常见场景</a:t>
            </a:r>
            <a:endParaRPr lang="en-US" altLang="zh-CN" dirty="0"/>
          </a:p>
          <a:p>
            <a:pPr lvl="1"/>
            <a:r>
              <a:rPr lang="en-US" altLang="zh-CN" dirty="0" err="1"/>
              <a:t>Sglang</a:t>
            </a:r>
            <a:r>
              <a:rPr lang="en-US" altLang="zh-CN" dirty="0"/>
              <a:t> </a:t>
            </a:r>
            <a:r>
              <a:rPr lang="en-US" altLang="zh-CN" dirty="0" err="1"/>
              <a:t>topk</a:t>
            </a:r>
            <a:r>
              <a:rPr lang="zh-CN" altLang="en-US" dirty="0"/>
              <a:t>实现中，基于</a:t>
            </a:r>
            <a:r>
              <a:rPr lang="en-US" altLang="zh-CN" dirty="0"/>
              <a:t>batch</a:t>
            </a:r>
            <a:r>
              <a:rPr lang="zh-CN" altLang="en-US" dirty="0"/>
              <a:t>决定</a:t>
            </a:r>
            <a:r>
              <a:rPr lang="en-US" altLang="zh-CN" dirty="0"/>
              <a:t>grid</a:t>
            </a:r>
            <a:r>
              <a:rPr lang="zh-CN" altLang="en-US" dirty="0"/>
              <a:t>值，在</a:t>
            </a:r>
            <a:r>
              <a:rPr lang="en-US" altLang="zh-CN" dirty="0"/>
              <a:t>C500 104AP</a:t>
            </a:r>
            <a:r>
              <a:rPr lang="zh-CN" altLang="en-US" dirty="0"/>
              <a:t>下</a:t>
            </a:r>
            <a:r>
              <a:rPr lang="en-US" altLang="zh-CN" dirty="0"/>
              <a:t>AP</a:t>
            </a:r>
            <a:r>
              <a:rPr lang="zh-CN" altLang="en-US" dirty="0"/>
              <a:t>利用率严重不足</a:t>
            </a:r>
            <a:endParaRPr lang="en-US" altLang="zh-CN" dirty="0"/>
          </a:p>
          <a:p>
            <a:pPr marL="457200" lvl="1" indent="0">
              <a:buNone/>
            </a:pPr>
            <a:endParaRPr lang="en-US" altLang="zh-CN" dirty="0"/>
          </a:p>
          <a:p>
            <a:pPr lvl="1"/>
            <a:r>
              <a:rPr lang="en-US" altLang="zh-CN" dirty="0"/>
              <a:t>Batch </a:t>
            </a:r>
            <a:r>
              <a:rPr lang="en-US" altLang="zh-CN" dirty="0" err="1"/>
              <a:t>Topk</a:t>
            </a:r>
            <a:r>
              <a:rPr lang="zh-CN" altLang="en-US" dirty="0"/>
              <a:t>任务分裂，提高 </a:t>
            </a:r>
            <a:r>
              <a:rPr lang="en-US" altLang="zh-CN" dirty="0"/>
              <a:t>GPU AP</a:t>
            </a:r>
            <a:r>
              <a:rPr lang="zh-CN" altLang="en-US" dirty="0"/>
              <a:t>利用率</a:t>
            </a:r>
            <a:endParaRPr lang="en-US" altLang="zh-CN" dirty="0"/>
          </a:p>
          <a:p>
            <a:pPr lvl="2"/>
            <a:r>
              <a:rPr lang="zh-CN" altLang="en-US" dirty="0"/>
              <a:t>每行</a:t>
            </a:r>
            <a:r>
              <a:rPr lang="en-US" altLang="zh-CN" dirty="0"/>
              <a:t>3~6 Block</a:t>
            </a:r>
            <a:r>
              <a:rPr lang="zh-CN" altLang="en-US" dirty="0"/>
              <a:t>分块处理</a:t>
            </a:r>
            <a:r>
              <a:rPr lang="en-US" altLang="zh-CN" dirty="0"/>
              <a:t> radix histogram+</a:t>
            </a:r>
            <a:r>
              <a:rPr lang="zh-CN" altLang="en-US" dirty="0"/>
              <a:t>粗筛</a:t>
            </a:r>
            <a:endParaRPr lang="en-US" altLang="zh-CN" dirty="0"/>
          </a:p>
          <a:p>
            <a:pPr lvl="2"/>
            <a:endParaRPr lang="en-US" altLang="zh-CN" dirty="0"/>
          </a:p>
          <a:p>
            <a:pPr lvl="2"/>
            <a:endParaRPr lang="en-US" altLang="zh-CN" dirty="0"/>
          </a:p>
          <a:p>
            <a:pPr lvl="2"/>
            <a:endParaRPr lang="en-US" altLang="zh-CN" dirty="0"/>
          </a:p>
          <a:p>
            <a:r>
              <a:rPr lang="zh-CN" altLang="en-US" dirty="0"/>
              <a:t>大 </a:t>
            </a:r>
            <a:r>
              <a:rPr lang="en-US" altLang="zh-CN" dirty="0"/>
              <a:t>Batch size </a:t>
            </a:r>
            <a:r>
              <a:rPr lang="zh-CN" altLang="en-US" dirty="0"/>
              <a:t>大 </a:t>
            </a:r>
            <a:r>
              <a:rPr lang="en-US" altLang="zh-CN" dirty="0" err="1"/>
              <a:t>seq_len</a:t>
            </a:r>
            <a:r>
              <a:rPr lang="en-US" altLang="zh-CN" dirty="0"/>
              <a:t> (prefill </a:t>
            </a:r>
            <a:r>
              <a:rPr lang="zh-CN" altLang="en-US" dirty="0"/>
              <a:t>情形</a:t>
            </a:r>
            <a:r>
              <a:rPr lang="en-US" altLang="zh-CN" dirty="0"/>
              <a:t>)</a:t>
            </a:r>
          </a:p>
          <a:p>
            <a:pPr lvl="1"/>
            <a:r>
              <a:rPr lang="zh-CN" altLang="en-US" dirty="0"/>
              <a:t>更高效算法</a:t>
            </a:r>
            <a:endParaRPr lang="en-US" altLang="zh-CN" dirty="0"/>
          </a:p>
          <a:p>
            <a:pPr lvl="2"/>
            <a:r>
              <a:rPr lang="en-US" altLang="zh-CN" dirty="0"/>
              <a:t>10 bit</a:t>
            </a:r>
            <a:r>
              <a:rPr lang="zh-CN" altLang="en-US" dirty="0"/>
              <a:t>（</a:t>
            </a:r>
            <a:r>
              <a:rPr lang="en-US" altLang="zh-CN" dirty="0"/>
              <a:t>fp16</a:t>
            </a:r>
            <a:r>
              <a:rPr lang="zh-CN" altLang="en-US" dirty="0"/>
              <a:t>）</a:t>
            </a:r>
            <a:r>
              <a:rPr lang="en-US" altLang="zh-CN" dirty="0"/>
              <a:t>radix </a:t>
            </a:r>
            <a:r>
              <a:rPr lang="zh-CN" altLang="en-US" dirty="0"/>
              <a:t>粗筛</a:t>
            </a:r>
            <a:r>
              <a:rPr lang="en-US" altLang="zh-CN" dirty="0"/>
              <a:t>+4</a:t>
            </a:r>
            <a:r>
              <a:rPr lang="zh-CN" altLang="en-US" dirty="0"/>
              <a:t>轮</a:t>
            </a:r>
            <a:r>
              <a:rPr lang="en-US" altLang="zh-CN" dirty="0"/>
              <a:t>8+8+8+8</a:t>
            </a:r>
            <a:r>
              <a:rPr lang="zh-CN" altLang="en-US" dirty="0"/>
              <a:t>细筛 </a:t>
            </a:r>
            <a:endParaRPr lang="en-US" altLang="zh-CN" dirty="0"/>
          </a:p>
          <a:p>
            <a:pPr lvl="2"/>
            <a:r>
              <a:rPr lang="en-US" altLang="zh-CN" dirty="0"/>
              <a:t>12 bit </a:t>
            </a:r>
            <a:r>
              <a:rPr lang="zh-CN" altLang="en-US" dirty="0"/>
              <a:t>（</a:t>
            </a:r>
            <a:r>
              <a:rPr lang="en-US" altLang="zh-CN" dirty="0"/>
              <a:t>fp32</a:t>
            </a:r>
            <a:r>
              <a:rPr lang="zh-CN" altLang="en-US" dirty="0"/>
              <a:t>）</a:t>
            </a:r>
            <a:r>
              <a:rPr lang="en-US" altLang="zh-CN" dirty="0"/>
              <a:t>radix </a:t>
            </a:r>
            <a:r>
              <a:rPr lang="zh-CN" altLang="en-US" dirty="0"/>
              <a:t>粗筛</a:t>
            </a:r>
            <a:r>
              <a:rPr lang="en-US" altLang="zh-CN" dirty="0"/>
              <a:t>+3</a:t>
            </a:r>
            <a:r>
              <a:rPr lang="zh-CN" altLang="en-US" dirty="0"/>
              <a:t>轮</a:t>
            </a:r>
            <a:r>
              <a:rPr lang="en-US" altLang="zh-CN" dirty="0"/>
              <a:t>8+8+4</a:t>
            </a:r>
            <a:r>
              <a:rPr lang="zh-CN" altLang="en-US" dirty="0"/>
              <a:t>细筛 </a:t>
            </a:r>
            <a:r>
              <a:rPr lang="en-US" altLang="zh-CN" dirty="0"/>
              <a:t>(</a:t>
            </a:r>
            <a:r>
              <a:rPr lang="zh-CN" altLang="en-US" dirty="0"/>
              <a:t>复用</a:t>
            </a:r>
            <a:r>
              <a:rPr lang="en-US" altLang="zh-CN" dirty="0"/>
              <a:t>12bit</a:t>
            </a:r>
            <a:r>
              <a:rPr lang="zh-CN" altLang="en-US" dirty="0"/>
              <a:t>粗晒结果，节省一轮细筛</a:t>
            </a:r>
            <a:r>
              <a:rPr lang="en-US" altLang="zh-CN" dirty="0"/>
              <a:t>)</a:t>
            </a:r>
          </a:p>
          <a:p>
            <a:pPr lvl="1"/>
            <a:r>
              <a:rPr lang="zh-CN" altLang="en-US" dirty="0"/>
              <a:t>复用</a:t>
            </a:r>
            <a:r>
              <a:rPr lang="en-US" altLang="zh-CN" dirty="0"/>
              <a:t>Shared mem, </a:t>
            </a:r>
            <a:r>
              <a:rPr lang="zh-CN" altLang="en-US" dirty="0"/>
              <a:t>基于</a:t>
            </a:r>
            <a:r>
              <a:rPr lang="en-US" altLang="zh-CN" dirty="0"/>
              <a:t>GPU</a:t>
            </a:r>
            <a:r>
              <a:rPr lang="zh-CN" altLang="en-US" dirty="0"/>
              <a:t>实际</a:t>
            </a:r>
            <a:r>
              <a:rPr lang="en-US" altLang="zh-CN" dirty="0"/>
              <a:t>Shared mem</a:t>
            </a:r>
            <a:r>
              <a:rPr lang="zh-CN" altLang="en-US" dirty="0"/>
              <a:t>大小精细规划，提升 </a:t>
            </a:r>
            <a:r>
              <a:rPr lang="en-US" altLang="zh-CN" dirty="0"/>
              <a:t>GPU occupancy</a:t>
            </a:r>
          </a:p>
          <a:p>
            <a:pPr lvl="2"/>
            <a:r>
              <a:rPr lang="en-US" altLang="zh-CN" dirty="0"/>
              <a:t>38~40KB -&gt; 20KB, 1 - &gt;3 resident per SM</a:t>
            </a:r>
          </a:p>
          <a:p>
            <a:pPr lvl="1"/>
            <a:endParaRPr lang="en-US" altLang="zh-CN" dirty="0"/>
          </a:p>
          <a:p>
            <a:endParaRPr lang="en-US" altLang="zh-CN" dirty="0"/>
          </a:p>
          <a:p>
            <a:pPr marL="914400" lvl="2" indent="0">
              <a:buNone/>
            </a:pPr>
            <a:endParaRPr lang="zh-CN" altLang="en-US" dirty="0"/>
          </a:p>
          <a:p>
            <a:pPr lvl="1"/>
            <a:endParaRPr lang="zh-CN" altLang="en-US" dirty="0"/>
          </a:p>
        </p:txBody>
      </p:sp>
      <p:sp>
        <p:nvSpPr>
          <p:cNvPr id="3" name="标题 2">
            <a:extLst>
              <a:ext uri="{FF2B5EF4-FFF2-40B4-BE49-F238E27FC236}">
                <a16:creationId xmlns:a16="http://schemas.microsoft.com/office/drawing/2014/main" id="{99626231-CD17-4DE8-8516-1E2FDA44DA7A}"/>
              </a:ext>
            </a:extLst>
          </p:cNvPr>
          <p:cNvSpPr>
            <a:spLocks noGrp="1"/>
          </p:cNvSpPr>
          <p:nvPr>
            <p:ph type="title"/>
          </p:nvPr>
        </p:nvSpPr>
        <p:spPr/>
        <p:txBody>
          <a:bodyPr/>
          <a:lstStyle/>
          <a:p>
            <a:r>
              <a:rPr lang="en-US" altLang="zh-CN" dirty="0" err="1"/>
              <a:t>TopK</a:t>
            </a:r>
            <a:r>
              <a:rPr lang="zh-CN" altLang="en-US" dirty="0"/>
              <a:t>优化</a:t>
            </a:r>
          </a:p>
        </p:txBody>
      </p:sp>
      <p:pic>
        <p:nvPicPr>
          <p:cNvPr id="5" name="图片 4">
            <a:extLst>
              <a:ext uri="{FF2B5EF4-FFF2-40B4-BE49-F238E27FC236}">
                <a16:creationId xmlns:a16="http://schemas.microsoft.com/office/drawing/2014/main" id="{94654380-F62E-422E-9E0D-4DA5F63D385C}"/>
              </a:ext>
            </a:extLst>
          </p:cNvPr>
          <p:cNvPicPr>
            <a:picLocks noChangeAspect="1"/>
          </p:cNvPicPr>
          <p:nvPr/>
        </p:nvPicPr>
        <p:blipFill rotWithShape="1">
          <a:blip r:embed="rId2"/>
          <a:srcRect r="27733"/>
          <a:stretch/>
        </p:blipFill>
        <p:spPr>
          <a:xfrm>
            <a:off x="8853576" y="24154"/>
            <a:ext cx="3338424" cy="4356148"/>
          </a:xfrm>
          <a:prstGeom prst="rect">
            <a:avLst/>
          </a:prstGeom>
        </p:spPr>
      </p:pic>
      <p:pic>
        <p:nvPicPr>
          <p:cNvPr id="9" name="Picture 2">
            <a:extLst>
              <a:ext uri="{FF2B5EF4-FFF2-40B4-BE49-F238E27FC236}">
                <a16:creationId xmlns:a16="http://schemas.microsoft.com/office/drawing/2014/main" id="{32A7009B-37FD-401B-A5B8-02CEC8C942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466" b="15593"/>
          <a:stretch/>
        </p:blipFill>
        <p:spPr bwMode="auto">
          <a:xfrm>
            <a:off x="5153658" y="4517428"/>
            <a:ext cx="6827520" cy="553637"/>
          </a:xfrm>
          <a:prstGeom prst="rect">
            <a:avLst/>
          </a:prstGeom>
          <a:noFill/>
          <a:extLst>
            <a:ext uri="{909E8E84-426E-40DD-AFC4-6F175D3DCCD1}">
              <a14:hiddenFill xmlns:a14="http://schemas.microsoft.com/office/drawing/2010/main">
                <a:solidFill>
                  <a:srgbClr val="FFFFFF"/>
                </a:solidFill>
              </a14:hiddenFill>
            </a:ext>
          </a:extLst>
        </p:spPr>
      </p:pic>
      <p:pic>
        <p:nvPicPr>
          <p:cNvPr id="11" name="图片 10">
            <a:extLst>
              <a:ext uri="{FF2B5EF4-FFF2-40B4-BE49-F238E27FC236}">
                <a16:creationId xmlns:a16="http://schemas.microsoft.com/office/drawing/2014/main" id="{FD9F02E2-AEA8-448D-B4D0-29DFFC5D99AE}"/>
              </a:ext>
            </a:extLst>
          </p:cNvPr>
          <p:cNvPicPr>
            <a:picLocks noChangeAspect="1"/>
          </p:cNvPicPr>
          <p:nvPr/>
        </p:nvPicPr>
        <p:blipFill>
          <a:blip r:embed="rId4"/>
          <a:stretch>
            <a:fillRect/>
          </a:stretch>
        </p:blipFill>
        <p:spPr>
          <a:xfrm>
            <a:off x="5262880" y="2100890"/>
            <a:ext cx="3520247" cy="1310640"/>
          </a:xfrm>
          <a:prstGeom prst="rect">
            <a:avLst/>
          </a:prstGeom>
        </p:spPr>
      </p:pic>
    </p:spTree>
    <p:extLst>
      <p:ext uri="{BB962C8B-B14F-4D97-AF65-F5344CB8AC3E}">
        <p14:creationId xmlns:p14="http://schemas.microsoft.com/office/powerpoint/2010/main" val="3643711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ctrTitle"/>
          </p:nvPr>
        </p:nvSpPr>
        <p:spPr/>
        <p:txBody>
          <a:bodyPr/>
          <a:lstStyle/>
          <a:p>
            <a:r>
              <a:rPr lang="en-US" altLang="zh-CN" dirty="0"/>
              <a:t>Thanks</a:t>
            </a:r>
            <a:endParaRPr lang="zh-CN" altLang="en-US"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2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alpha val="8000"/>
          </a:schemeClr>
        </a:solidFill>
        <a:ln>
          <a:noFill/>
        </a:ln>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txDef>
      <a:spPr>
        <a:solidFill>
          <a:schemeClr val="accent1">
            <a:alpha val="2000"/>
          </a:schemeClr>
        </a:solidFill>
        <a:ln>
          <a:solidFill>
            <a:schemeClr val="accent1"/>
          </a:solidFill>
        </a:ln>
      </a:spPr>
      <a:bodyPr wrap="square">
        <a:noAutofit/>
      </a:bodyPr>
      <a:lstStyle>
        <a:defPPr algn="l">
          <a:defRPr lang="zh-CN" altLang="en-US" sz="1400">
            <a:latin typeface="Arial" panose="020B0604020202020204" pitchFamily="34" charset="0"/>
            <a:ea typeface="黑体" panose="02010609060101010101" pitchFamily="49" charset="-122"/>
            <a:cs typeface="Arial" panose="020B0604020202020204" pitchFamily="34" charset="0"/>
          </a:defRPr>
        </a:defPPr>
      </a:lstStyle>
    </a:txDef>
  </a:objectDefaults>
  <a:extraClrSchemeLst/>
</a:theme>
</file>

<file path=ppt/theme/theme2.xml><?xml version="1.0" encoding="utf-8"?>
<a:theme xmlns:a="http://schemas.openxmlformats.org/drawingml/2006/main" name="3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alpha val="8000"/>
          </a:schemeClr>
        </a:solidFill>
        <a:ln>
          <a:noFill/>
        </a:ln>
      </a:spPr>
      <a:bodyPr rtlCol="0" anchor="ctr"/>
      <a:lstStyle>
        <a:defPPr algn="ctr">
          <a:defRPr lang="zh-CN" altLang="en-US"/>
        </a:defPPr>
      </a:lstStyle>
      <a:style>
        <a:lnRef idx="2">
          <a:schemeClr val="accent1">
            <a:lumMod val="75000"/>
          </a:schemeClr>
        </a:lnRef>
        <a:fillRef idx="1">
          <a:schemeClr val="accent1"/>
        </a:fillRef>
        <a:effectRef idx="0">
          <a:srgbClr val="FFFFFF"/>
        </a:effectRef>
        <a:fontRef idx="minor">
          <a:schemeClr val="lt1"/>
        </a:fontRef>
      </a:style>
    </a:spDef>
    <a:txDef>
      <a:spPr>
        <a:solidFill>
          <a:schemeClr val="accent1"/>
        </a:solidFill>
        <a:ln>
          <a:noFill/>
        </a:ln>
      </a:spPr>
      <a:bodyPr wrap="square">
        <a:noAutofit/>
      </a:bodyPr>
      <a:lstStyle>
        <a:defPPr algn="ctr">
          <a:defRPr lang="en-US" altLang="zh-CN" b="1">
            <a:solidFill>
              <a:schemeClr val="bg1"/>
            </a:solidFill>
            <a:sym typeface="+mn-e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7441</TotalTime>
  <Words>562</Words>
  <Application>Microsoft Office PowerPoint</Application>
  <PresentationFormat>宽屏</PresentationFormat>
  <Paragraphs>61</Paragraphs>
  <Slides>10</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10</vt:i4>
      </vt:variant>
    </vt:vector>
  </HeadingPairs>
  <TitlesOfParts>
    <vt:vector size="24" baseType="lpstr">
      <vt:lpstr>AppleSymbols</vt:lpstr>
      <vt:lpstr>Source Han Sans CN</vt:lpstr>
      <vt:lpstr>Twemoji Country Flags</vt:lpstr>
      <vt:lpstr>ZapfDingbatsITC</vt:lpstr>
      <vt:lpstr>等线</vt:lpstr>
      <vt:lpstr>黑体</vt:lpstr>
      <vt:lpstr>思源黑体 CN Bold</vt:lpstr>
      <vt:lpstr>思源黑体 CN Light</vt:lpstr>
      <vt:lpstr>思源黑体 CN Regular</vt:lpstr>
      <vt:lpstr>微软雅黑</vt:lpstr>
      <vt:lpstr>Arial</vt:lpstr>
      <vt:lpstr>Helvetica</vt:lpstr>
      <vt:lpstr>2_Office 主题​​</vt:lpstr>
      <vt:lpstr>3_Office 主题​​</vt:lpstr>
      <vt:lpstr>MACA平台DSA_Indexer算子介绍</vt:lpstr>
      <vt:lpstr>DSA-Lightning Indexer</vt:lpstr>
      <vt:lpstr>DSA-Lightning Indexer</vt:lpstr>
      <vt:lpstr>mcDeepGemm</vt:lpstr>
      <vt:lpstr>C500 maca_c性能数据</vt:lpstr>
      <vt:lpstr>H200 性能数据</vt:lpstr>
      <vt:lpstr>DSA Topk Selector</vt:lpstr>
      <vt:lpstr>TopK优化</vt:lpstr>
      <vt:lpstr>PowerPoint 演示文稿</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User</dc:creator>
  <cp:lastModifiedBy>Chenjian Xu (cjxu)</cp:lastModifiedBy>
  <cp:revision>472</cp:revision>
  <dcterms:created xsi:type="dcterms:W3CDTF">2021-03-21T02:52:00Z</dcterms:created>
  <dcterms:modified xsi:type="dcterms:W3CDTF">2026-08-05T05:39:54Z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2052-12.1.0.19770</vt:lpwstr>
  </property>
  <property fmtid="{D5CDD505-2E9C-101B-9397-08002B2CF9AE}" pid="3" name="ICV">
    <vt:lpwstr>b155d6c25e5c47b0a1bc11a1d22e3a93_23</vt:lpwstr>
  </property>
</Properties>
</file>